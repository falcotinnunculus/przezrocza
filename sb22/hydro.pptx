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8" d="100"/>
          <a:sy n="108" d="100"/>
        </p:scale>
        <p:origin x="1239" y="456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6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2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2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27543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ona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499"/>
            <a:ext cx="9144000" cy="57186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Pokaz na ekranie (16:10)</PresentationFormat>
  <Paragraphs>0</Paragraphs>
  <Slides>19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Mateusz Winiarski</cp:lastModifiedBy>
  <cp:revision>2</cp:revision>
  <dcterms:created xsi:type="dcterms:W3CDTF">2013-01-27T09:14:16Z</dcterms:created>
  <dcterms:modified xsi:type="dcterms:W3CDTF">2025-06-04T15:34:49Z</dcterms:modified>
  <cp:category/>
</cp:coreProperties>
</file>