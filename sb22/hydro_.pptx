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0.png" ContentType="image/png"/>
  <Override PartName="/ppt/media/image29.png" ContentType="image/png"/>
  <Override PartName="/ppt/media/image11.png" ContentType="image/png"/>
  <Override PartName="/ppt/media/image6.png" ContentType="image/png"/>
  <Override PartName="/ppt/media/image36.png" ContentType="image/png"/>
  <Override PartName="/ppt/media/image12.png" ContentType="image/png"/>
  <Override PartName="/ppt/media/image7.png" ContentType="image/png"/>
  <Override PartName="/ppt/media/image37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0.png" ContentType="image/png"/>
  <Override PartName="/ppt/media/image35.png" ContentType="image/png"/>
  <Override PartName="/ppt/media/image5.png" ContentType="image/png"/>
  <Override PartName="/ppt/media/image28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5759450" cy="36004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87640" y="87120"/>
            <a:ext cx="5183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287640" y="758160"/>
            <a:ext cx="5183280" cy="187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87640" y="87120"/>
            <a:ext cx="5183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287640" y="758160"/>
            <a:ext cx="5183280" cy="187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87640" y="87120"/>
            <a:ext cx="5183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287640" y="758160"/>
            <a:ext cx="2529360" cy="187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2943720" y="758160"/>
            <a:ext cx="2529360" cy="187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87640" y="87120"/>
            <a:ext cx="5183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287640" y="129240"/>
            <a:ext cx="5183280" cy="250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87640" y="87120"/>
            <a:ext cx="5183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287640" y="758160"/>
            <a:ext cx="252936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000"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2943720" y="758160"/>
            <a:ext cx="2529360" cy="187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287640" y="1739880"/>
            <a:ext cx="252936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000"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87640" y="87120"/>
            <a:ext cx="5183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287640" y="758160"/>
            <a:ext cx="2529360" cy="187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2943720" y="758160"/>
            <a:ext cx="252936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000"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2943720" y="1739880"/>
            <a:ext cx="252936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000"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87640" y="87120"/>
            <a:ext cx="5183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287640" y="758160"/>
            <a:ext cx="252936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000"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2943720" y="758160"/>
            <a:ext cx="252936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000"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287640" y="1739880"/>
            <a:ext cx="518328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87640" y="87120"/>
            <a:ext cx="5183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287640" y="758160"/>
            <a:ext cx="518328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287640" y="1739880"/>
            <a:ext cx="518328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87640" y="87120"/>
            <a:ext cx="5183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287640" y="758160"/>
            <a:ext cx="252936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000"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2943720" y="758160"/>
            <a:ext cx="252936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000"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287640" y="1739880"/>
            <a:ext cx="252936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000"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2943720" y="1739880"/>
            <a:ext cx="252936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000"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87640" y="87120"/>
            <a:ext cx="5183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287640" y="758160"/>
            <a:ext cx="166860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2040120" y="758160"/>
            <a:ext cx="166860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3792600" y="758160"/>
            <a:ext cx="166860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287640" y="1739880"/>
            <a:ext cx="166860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2040120" y="1739880"/>
            <a:ext cx="166860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3792600" y="1739880"/>
            <a:ext cx="1668600" cy="8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87640" y="129240"/>
            <a:ext cx="5183280" cy="54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l-PL" sz="4400" spc="-1" strike="noStrike">
                <a:latin typeface="Arial"/>
              </a:rPr>
              <a:t>Click to edit the title text format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287640" y="758160"/>
            <a:ext cx="5183280" cy="187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latin typeface="Arial"/>
              </a:rPr>
              <a:t>Click to edit the outline text format</a:t>
            </a:r>
            <a:endParaRPr b="0" lang="pl-PL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latin typeface="Arial"/>
              </a:rPr>
              <a:t>Second Outline Level</a:t>
            </a:r>
            <a:endParaRPr b="0" lang="pl-PL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Arial"/>
              </a:rPr>
              <a:t>Third Outline Level</a:t>
            </a:r>
            <a:endParaRPr b="0" lang="pl-PL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latin typeface="Arial"/>
              </a:rPr>
              <a:t>Fourth Outline Level</a:t>
            </a:r>
            <a:endParaRPr b="0" lang="pl-PL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Fifth Outline Level</a:t>
            </a:r>
            <a:endParaRPr b="0" lang="pl-PL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Sixth Outline Level</a:t>
            </a:r>
            <a:endParaRPr b="0" lang="pl-PL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Seventh Outline Level</a:t>
            </a:r>
            <a:endParaRPr b="0" lang="pl-PL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9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0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1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2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3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4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5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6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7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8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64080" y="3218040"/>
            <a:ext cx="287640" cy="191520"/>
          </a:xfrm>
          <a:custGeom>
            <a:avLst/>
            <a:gdLst/>
            <a:ahLst/>
            <a:rect l="0" t="0" r="r" b="b"/>
            <a:pathLst>
              <a:path w="799" h="532">
                <a:moveTo>
                  <a:pt x="162" y="110"/>
                </a:moveTo>
                <a:cubicBezTo>
                  <a:pt x="63" y="127"/>
                  <a:pt x="-93" y="305"/>
                  <a:pt x="72" y="465"/>
                </a:cubicBezTo>
                <a:cubicBezTo>
                  <a:pt x="239" y="623"/>
                  <a:pt x="1104" y="517"/>
                  <a:pt x="685" y="0"/>
                </a:cubicBezTo>
                <a:cubicBezTo>
                  <a:pt x="333" y="190"/>
                  <a:pt x="454" y="16"/>
                  <a:pt x="162" y="110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51" name=""/>
          <p:cNvSpPr/>
          <p:nvPr/>
        </p:nvSpPr>
        <p:spPr>
          <a:xfrm>
            <a:off x="106200" y="311652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1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1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52" name=""/>
          <p:cNvSpPr/>
          <p:nvPr/>
        </p:nvSpPr>
        <p:spPr>
          <a:xfrm>
            <a:off x="89640" y="3209040"/>
            <a:ext cx="90360" cy="49320"/>
          </a:xfrm>
          <a:custGeom>
            <a:avLst/>
            <a:gdLst/>
            <a:ahLst/>
            <a:rect l="0" t="0" r="r" b="b"/>
            <a:pathLst>
              <a:path w="251" h="137">
                <a:moveTo>
                  <a:pt x="48" y="4"/>
                </a:moveTo>
                <a:cubicBezTo>
                  <a:pt x="144" y="-19"/>
                  <a:pt x="102" y="73"/>
                  <a:pt x="251" y="45"/>
                </a:cubicBezTo>
                <a:cubicBezTo>
                  <a:pt x="-81" y="255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53" name=""/>
          <p:cNvSpPr/>
          <p:nvPr/>
        </p:nvSpPr>
        <p:spPr>
          <a:xfrm>
            <a:off x="153000" y="3177360"/>
            <a:ext cx="27360" cy="35280"/>
          </a:xfrm>
          <a:custGeom>
            <a:avLst/>
            <a:gdLst/>
            <a:ahLst/>
            <a:rect l="0" t="0" r="r" b="b"/>
            <a:pathLst>
              <a:path w="76" h="98">
                <a:moveTo>
                  <a:pt x="72" y="62"/>
                </a:moveTo>
                <a:cubicBezTo>
                  <a:pt x="82" y="35"/>
                  <a:pt x="75" y="9"/>
                  <a:pt x="55" y="2"/>
                </a:cubicBezTo>
                <a:cubicBezTo>
                  <a:pt x="36" y="-5"/>
                  <a:pt x="14" y="11"/>
                  <a:pt x="4" y="37"/>
                </a:cubicBezTo>
                <a:cubicBezTo>
                  <a:pt x="-5" y="64"/>
                  <a:pt x="2" y="90"/>
                  <a:pt x="21" y="97"/>
                </a:cubicBezTo>
                <a:cubicBezTo>
                  <a:pt x="39" y="104"/>
                  <a:pt x="62" y="88"/>
                  <a:pt x="72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54" name=""/>
          <p:cNvSpPr/>
          <p:nvPr/>
        </p:nvSpPr>
        <p:spPr>
          <a:xfrm>
            <a:off x="164160" y="318780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1" y="34"/>
                </a:moveTo>
                <a:cubicBezTo>
                  <a:pt x="37" y="18"/>
                  <a:pt x="35" y="4"/>
                  <a:pt x="28" y="1"/>
                </a:cubicBezTo>
                <a:cubicBezTo>
                  <a:pt x="19" y="-2"/>
                  <a:pt x="9" y="8"/>
                  <a:pt x="3" y="23"/>
                </a:cubicBezTo>
                <a:cubicBezTo>
                  <a:pt x="-2" y="39"/>
                  <a:pt x="0" y="53"/>
                  <a:pt x="7" y="56"/>
                </a:cubicBezTo>
                <a:cubicBezTo>
                  <a:pt x="14" y="58"/>
                  <a:pt x="26" y="49"/>
                  <a:pt x="31" y="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5" name=""/>
          <p:cNvSpPr/>
          <p:nvPr/>
        </p:nvSpPr>
        <p:spPr>
          <a:xfrm>
            <a:off x="114120" y="316800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5"/>
                </a:moveTo>
                <a:cubicBezTo>
                  <a:pt x="72" y="31"/>
                  <a:pt x="66" y="7"/>
                  <a:pt x="50" y="1"/>
                </a:cubicBezTo>
                <a:cubicBezTo>
                  <a:pt x="32" y="-5"/>
                  <a:pt x="12" y="9"/>
                  <a:pt x="4" y="33"/>
                </a:cubicBezTo>
                <a:cubicBezTo>
                  <a:pt x="-5" y="58"/>
                  <a:pt x="1" y="82"/>
                  <a:pt x="18" y="88"/>
                </a:cubicBezTo>
                <a:cubicBezTo>
                  <a:pt x="34" y="94"/>
                  <a:pt x="55" y="79"/>
                  <a:pt x="64" y="55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56" name=""/>
          <p:cNvSpPr/>
          <p:nvPr/>
        </p:nvSpPr>
        <p:spPr>
          <a:xfrm>
            <a:off x="124560" y="3178080"/>
            <a:ext cx="10440" cy="18360"/>
          </a:xfrm>
          <a:custGeom>
            <a:avLst/>
            <a:gdLst/>
            <a:ahLst/>
            <a:rect l="0" t="0" r="r" b="b"/>
            <a:pathLst>
              <a:path w="29" h="51">
                <a:moveTo>
                  <a:pt x="26" y="30"/>
                </a:moveTo>
                <a:cubicBezTo>
                  <a:pt x="31" y="15"/>
                  <a:pt x="30" y="3"/>
                  <a:pt x="24" y="0"/>
                </a:cubicBezTo>
                <a:cubicBezTo>
                  <a:pt x="17" y="-2"/>
                  <a:pt x="8" y="7"/>
                  <a:pt x="3" y="21"/>
                </a:cubicBezTo>
                <a:cubicBezTo>
                  <a:pt x="-2" y="35"/>
                  <a:pt x="-1" y="48"/>
                  <a:pt x="5" y="50"/>
                </a:cubicBezTo>
                <a:cubicBezTo>
                  <a:pt x="11" y="52"/>
                  <a:pt x="21" y="43"/>
                  <a:pt x="26" y="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7" name=""/>
          <p:cNvSpPr/>
          <p:nvPr/>
        </p:nvSpPr>
        <p:spPr>
          <a:xfrm>
            <a:off x="77040" y="3073320"/>
            <a:ext cx="219240" cy="119880"/>
          </a:xfrm>
          <a:custGeom>
            <a:avLst/>
            <a:gdLst/>
            <a:ahLst/>
            <a:rect l="0" t="0" r="r" b="b"/>
            <a:pathLst>
              <a:path w="609" h="333">
                <a:moveTo>
                  <a:pt x="0" y="209"/>
                </a:moveTo>
                <a:cubicBezTo>
                  <a:pt x="26" y="146"/>
                  <a:pt x="114" y="148"/>
                  <a:pt x="110" y="135"/>
                </a:cubicBezTo>
                <a:cubicBezTo>
                  <a:pt x="108" y="86"/>
                  <a:pt x="21" y="74"/>
                  <a:pt x="21" y="74"/>
                </a:cubicBezTo>
                <a:cubicBezTo>
                  <a:pt x="96" y="53"/>
                  <a:pt x="219" y="198"/>
                  <a:pt x="151" y="15"/>
                </a:cubicBezTo>
                <a:cubicBezTo>
                  <a:pt x="162" y="25"/>
                  <a:pt x="254" y="100"/>
                  <a:pt x="245" y="0"/>
                </a:cubicBezTo>
                <a:cubicBezTo>
                  <a:pt x="253" y="55"/>
                  <a:pt x="289" y="74"/>
                  <a:pt x="319" y="63"/>
                </a:cubicBezTo>
                <a:cubicBezTo>
                  <a:pt x="354" y="-94"/>
                  <a:pt x="309" y="169"/>
                  <a:pt x="456" y="25"/>
                </a:cubicBezTo>
                <a:cubicBezTo>
                  <a:pt x="468" y="38"/>
                  <a:pt x="387" y="128"/>
                  <a:pt x="459" y="114"/>
                </a:cubicBezTo>
                <a:cubicBezTo>
                  <a:pt x="446" y="238"/>
                  <a:pt x="524" y="65"/>
                  <a:pt x="524" y="65"/>
                </a:cubicBezTo>
                <a:cubicBezTo>
                  <a:pt x="524" y="65"/>
                  <a:pt x="509" y="150"/>
                  <a:pt x="493" y="188"/>
                </a:cubicBezTo>
                <a:cubicBezTo>
                  <a:pt x="493" y="188"/>
                  <a:pt x="595" y="191"/>
                  <a:pt x="609" y="217"/>
                </a:cubicBezTo>
                <a:cubicBezTo>
                  <a:pt x="399" y="249"/>
                  <a:pt x="729" y="280"/>
                  <a:pt x="519" y="280"/>
                </a:cubicBezTo>
                <a:cubicBezTo>
                  <a:pt x="536" y="304"/>
                  <a:pt x="442" y="331"/>
                  <a:pt x="582" y="333"/>
                </a:cubicBezTo>
                <a:cubicBezTo>
                  <a:pt x="275" y="339"/>
                  <a:pt x="432" y="201"/>
                  <a:pt x="280" y="152"/>
                </a:cubicBezTo>
                <a:cubicBezTo>
                  <a:pt x="142" y="132"/>
                  <a:pt x="131" y="229"/>
                  <a:pt x="109" y="252"/>
                </a:cubicBezTo>
                <a:cubicBezTo>
                  <a:pt x="115" y="186"/>
                  <a:pt x="65" y="206"/>
                  <a:pt x="0" y="209"/>
                </a:cubicBezTo>
                <a:close/>
              </a:path>
            </a:pathLst>
          </a:custGeom>
          <a:solidFill>
            <a:srgbClr val="bf8040"/>
          </a:solidFill>
          <a:ln w="0">
            <a:noFill/>
          </a:ln>
        </p:spPr>
      </p:sp>
      <p:sp>
        <p:nvSpPr>
          <p:cNvPr id="58" name=""/>
          <p:cNvSpPr/>
          <p:nvPr/>
        </p:nvSpPr>
        <p:spPr>
          <a:xfrm>
            <a:off x="195120" y="322668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59"/>
                </a:moveTo>
                <a:lnTo>
                  <a:pt x="129" y="10"/>
                </a:lnTo>
                <a:cubicBezTo>
                  <a:pt x="132" y="3"/>
                  <a:pt x="140" y="-1"/>
                  <a:pt x="147" y="1"/>
                </a:cubicBezTo>
                <a:lnTo>
                  <a:pt x="158" y="5"/>
                </a:lnTo>
                <a:cubicBezTo>
                  <a:pt x="165" y="8"/>
                  <a:pt x="169" y="16"/>
                  <a:pt x="167" y="24"/>
                </a:cubicBezTo>
                <a:lnTo>
                  <a:pt x="38" y="374"/>
                </a:lnTo>
                <a:cubicBezTo>
                  <a:pt x="36" y="381"/>
                  <a:pt x="28" y="385"/>
                  <a:pt x="20" y="382"/>
                </a:cubicBezTo>
                <a:lnTo>
                  <a:pt x="9" y="378"/>
                </a:lnTo>
                <a:cubicBezTo>
                  <a:pt x="2" y="376"/>
                  <a:pt x="-2" y="367"/>
                  <a:pt x="1" y="359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59" name=""/>
          <p:cNvSpPr/>
          <p:nvPr/>
        </p:nvSpPr>
        <p:spPr>
          <a:xfrm>
            <a:off x="187920" y="3119040"/>
            <a:ext cx="153720" cy="136800"/>
          </a:xfrm>
          <a:custGeom>
            <a:avLst/>
            <a:gdLst/>
            <a:ahLst/>
            <a:rect l="0" t="0" r="r" b="b"/>
            <a:pathLst>
              <a:path w="427" h="380">
                <a:moveTo>
                  <a:pt x="1" y="247"/>
                </a:moveTo>
                <a:lnTo>
                  <a:pt x="88" y="10"/>
                </a:lnTo>
                <a:cubicBezTo>
                  <a:pt x="90" y="3"/>
                  <a:pt x="98" y="-1"/>
                  <a:pt x="106" y="1"/>
                </a:cubicBezTo>
                <a:lnTo>
                  <a:pt x="418" y="115"/>
                </a:lnTo>
                <a:cubicBezTo>
                  <a:pt x="426" y="118"/>
                  <a:pt x="429" y="126"/>
                  <a:pt x="427" y="133"/>
                </a:cubicBezTo>
                <a:lnTo>
                  <a:pt x="341" y="371"/>
                </a:lnTo>
                <a:cubicBezTo>
                  <a:pt x="338" y="378"/>
                  <a:pt x="330" y="382"/>
                  <a:pt x="323" y="379"/>
                </a:cubicBezTo>
                <a:lnTo>
                  <a:pt x="10" y="266"/>
                </a:lnTo>
                <a:cubicBezTo>
                  <a:pt x="2" y="263"/>
                  <a:pt x="-1" y="255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60" name=""/>
          <p:cNvSpPr/>
          <p:nvPr/>
        </p:nvSpPr>
        <p:spPr>
          <a:xfrm>
            <a:off x="196920" y="312804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4" y="9"/>
                </a:lnTo>
                <a:cubicBezTo>
                  <a:pt x="77" y="2"/>
                  <a:pt x="85" y="-2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6"/>
                  <a:pt x="292" y="330"/>
                  <a:pt x="285" y="327"/>
                </a:cubicBezTo>
                <a:lnTo>
                  <a:pt x="9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61" name=""/>
          <p:cNvSpPr/>
          <p:nvPr/>
        </p:nvSpPr>
        <p:spPr>
          <a:xfrm>
            <a:off x="403200" y="3175560"/>
            <a:ext cx="11160" cy="64800"/>
          </a:xfrm>
          <a:custGeom>
            <a:avLst/>
            <a:gdLst/>
            <a:ahLst/>
            <a:rect l="0" t="0" r="r" b="b"/>
            <a:pathLst>
              <a:path fill="none" w="31" h="180">
                <a:moveTo>
                  <a:pt x="31" y="180"/>
                </a:moveTo>
                <a:cubicBezTo>
                  <a:pt x="31" y="118"/>
                  <a:pt x="19" y="57"/>
                  <a:pt x="0" y="0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62" name=""/>
          <p:cNvSpPr/>
          <p:nvPr/>
        </p:nvSpPr>
        <p:spPr>
          <a:xfrm>
            <a:off x="390600" y="31629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5"/>
                </a:moveTo>
                <a:cubicBezTo>
                  <a:pt x="71" y="16"/>
                  <a:pt x="54" y="0"/>
                  <a:pt x="35" y="0"/>
                </a:cubicBezTo>
                <a:cubicBezTo>
                  <a:pt x="15" y="0"/>
                  <a:pt x="0" y="16"/>
                  <a:pt x="0" y="35"/>
                </a:cubicBezTo>
                <a:cubicBezTo>
                  <a:pt x="0" y="54"/>
                  <a:pt x="15" y="71"/>
                  <a:pt x="35" y="71"/>
                </a:cubicBezTo>
                <a:cubicBezTo>
                  <a:pt x="54" y="71"/>
                  <a:pt x="71" y="54"/>
                  <a:pt x="71" y="3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63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64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65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66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67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68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70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71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72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73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74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75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77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78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79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0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1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2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3" name=""/>
          <p:cNvSpPr txBox="1"/>
          <p:nvPr/>
        </p:nvSpPr>
        <p:spPr>
          <a:xfrm rot="1200000">
            <a:off x="228960" y="3116880"/>
            <a:ext cx="138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1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5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6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9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0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1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2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3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4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6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7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8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9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0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102" name=""/>
          <p:cNvSpPr/>
          <p:nvPr/>
        </p:nvSpPr>
        <p:spPr>
          <a:xfrm>
            <a:off x="359640" y="1008720"/>
            <a:ext cx="5040360" cy="540720"/>
          </a:xfrm>
          <a:custGeom>
            <a:avLst/>
            <a:gdLst/>
            <a:ahLst/>
            <a:rect l="0" t="0" r="r" b="b"/>
            <a:pathLst>
              <a:path w="14001" h="1502">
                <a:moveTo>
                  <a:pt x="0" y="1502"/>
                </a:moveTo>
                <a:lnTo>
                  <a:pt x="14001" y="1502"/>
                </a:lnTo>
                <a:lnTo>
                  <a:pt x="14001" y="0"/>
                </a:lnTo>
                <a:lnTo>
                  <a:pt x="0" y="0"/>
                </a:lnTo>
                <a:lnTo>
                  <a:pt x="0" y="1502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103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2200320" y="1075320"/>
            <a:ext cx="150660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1430" spc="-1" strike="noStrike"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945360" y="1296000"/>
            <a:ext cx="39524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za: Charles Tanford _x0012_The hydrophobic e_x001b_ect: formation of micelles_x0011_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219760" y="1776600"/>
            <a:ext cx="56628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Mateusz _x0012_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802960" y="177336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Euler"/>
              </a:rPr>
              <a:t>■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2910600" y="1776600"/>
            <a:ext cx="6026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_x0011_ Winiarski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976760" y="2115000"/>
            <a:ext cx="175500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000000"/>
                </a:solidFill>
                <a:latin typeface="Arial"/>
              </a:rPr>
              <a:t>bio_x001c_zyka, FAIS, Uniwersytet Jagiello«ski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11" name=""/>
          <p:cNvSpPr txBox="1"/>
          <p:nvPr/>
        </p:nvSpPr>
        <p:spPr>
          <a:xfrm>
            <a:off x="2704680" y="2417040"/>
            <a:ext cx="38772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dzisiaj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15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6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7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8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9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0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1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2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3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4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126" name=""/>
          <p:cNvSpPr/>
          <p:nvPr/>
        </p:nvSpPr>
        <p:spPr>
          <a:xfrm>
            <a:off x="64080" y="3218040"/>
            <a:ext cx="287640" cy="191520"/>
          </a:xfrm>
          <a:custGeom>
            <a:avLst/>
            <a:gdLst/>
            <a:ahLst/>
            <a:rect l="0" t="0" r="r" b="b"/>
            <a:pathLst>
              <a:path w="799" h="532">
                <a:moveTo>
                  <a:pt x="162" y="110"/>
                </a:moveTo>
                <a:cubicBezTo>
                  <a:pt x="63" y="127"/>
                  <a:pt x="-93" y="305"/>
                  <a:pt x="72" y="465"/>
                </a:cubicBezTo>
                <a:cubicBezTo>
                  <a:pt x="239" y="623"/>
                  <a:pt x="1104" y="517"/>
                  <a:pt x="685" y="0"/>
                </a:cubicBezTo>
                <a:cubicBezTo>
                  <a:pt x="333" y="190"/>
                  <a:pt x="454" y="16"/>
                  <a:pt x="162" y="110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27" name=""/>
          <p:cNvSpPr/>
          <p:nvPr/>
        </p:nvSpPr>
        <p:spPr>
          <a:xfrm>
            <a:off x="106200" y="311652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1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1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28" name=""/>
          <p:cNvSpPr/>
          <p:nvPr/>
        </p:nvSpPr>
        <p:spPr>
          <a:xfrm>
            <a:off x="89640" y="3209040"/>
            <a:ext cx="90360" cy="49320"/>
          </a:xfrm>
          <a:custGeom>
            <a:avLst/>
            <a:gdLst/>
            <a:ahLst/>
            <a:rect l="0" t="0" r="r" b="b"/>
            <a:pathLst>
              <a:path w="251" h="137">
                <a:moveTo>
                  <a:pt x="48" y="4"/>
                </a:moveTo>
                <a:cubicBezTo>
                  <a:pt x="144" y="-19"/>
                  <a:pt x="102" y="73"/>
                  <a:pt x="251" y="45"/>
                </a:cubicBezTo>
                <a:cubicBezTo>
                  <a:pt x="-81" y="255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129" name=""/>
          <p:cNvSpPr/>
          <p:nvPr/>
        </p:nvSpPr>
        <p:spPr>
          <a:xfrm>
            <a:off x="153000" y="3177360"/>
            <a:ext cx="27360" cy="35280"/>
          </a:xfrm>
          <a:custGeom>
            <a:avLst/>
            <a:gdLst/>
            <a:ahLst/>
            <a:rect l="0" t="0" r="r" b="b"/>
            <a:pathLst>
              <a:path w="76" h="98">
                <a:moveTo>
                  <a:pt x="72" y="62"/>
                </a:moveTo>
                <a:cubicBezTo>
                  <a:pt x="82" y="35"/>
                  <a:pt x="75" y="9"/>
                  <a:pt x="55" y="2"/>
                </a:cubicBezTo>
                <a:cubicBezTo>
                  <a:pt x="36" y="-5"/>
                  <a:pt x="14" y="11"/>
                  <a:pt x="4" y="37"/>
                </a:cubicBezTo>
                <a:cubicBezTo>
                  <a:pt x="-5" y="64"/>
                  <a:pt x="2" y="90"/>
                  <a:pt x="21" y="97"/>
                </a:cubicBezTo>
                <a:cubicBezTo>
                  <a:pt x="39" y="104"/>
                  <a:pt x="62" y="88"/>
                  <a:pt x="72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30" name=""/>
          <p:cNvSpPr/>
          <p:nvPr/>
        </p:nvSpPr>
        <p:spPr>
          <a:xfrm>
            <a:off x="164160" y="318780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1" y="34"/>
                </a:moveTo>
                <a:cubicBezTo>
                  <a:pt x="37" y="18"/>
                  <a:pt x="35" y="4"/>
                  <a:pt x="28" y="1"/>
                </a:cubicBezTo>
                <a:cubicBezTo>
                  <a:pt x="19" y="-2"/>
                  <a:pt x="9" y="8"/>
                  <a:pt x="3" y="23"/>
                </a:cubicBezTo>
                <a:cubicBezTo>
                  <a:pt x="-2" y="39"/>
                  <a:pt x="0" y="53"/>
                  <a:pt x="7" y="56"/>
                </a:cubicBezTo>
                <a:cubicBezTo>
                  <a:pt x="14" y="58"/>
                  <a:pt x="26" y="49"/>
                  <a:pt x="31" y="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31" name=""/>
          <p:cNvSpPr/>
          <p:nvPr/>
        </p:nvSpPr>
        <p:spPr>
          <a:xfrm>
            <a:off x="114120" y="316800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5"/>
                </a:moveTo>
                <a:cubicBezTo>
                  <a:pt x="72" y="31"/>
                  <a:pt x="66" y="7"/>
                  <a:pt x="50" y="1"/>
                </a:cubicBezTo>
                <a:cubicBezTo>
                  <a:pt x="32" y="-5"/>
                  <a:pt x="12" y="9"/>
                  <a:pt x="4" y="33"/>
                </a:cubicBezTo>
                <a:cubicBezTo>
                  <a:pt x="-5" y="58"/>
                  <a:pt x="1" y="82"/>
                  <a:pt x="18" y="88"/>
                </a:cubicBezTo>
                <a:cubicBezTo>
                  <a:pt x="34" y="94"/>
                  <a:pt x="55" y="79"/>
                  <a:pt x="64" y="55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32" name=""/>
          <p:cNvSpPr/>
          <p:nvPr/>
        </p:nvSpPr>
        <p:spPr>
          <a:xfrm>
            <a:off x="124560" y="3178080"/>
            <a:ext cx="10440" cy="18360"/>
          </a:xfrm>
          <a:custGeom>
            <a:avLst/>
            <a:gdLst/>
            <a:ahLst/>
            <a:rect l="0" t="0" r="r" b="b"/>
            <a:pathLst>
              <a:path w="29" h="51">
                <a:moveTo>
                  <a:pt x="26" y="30"/>
                </a:moveTo>
                <a:cubicBezTo>
                  <a:pt x="31" y="15"/>
                  <a:pt x="30" y="3"/>
                  <a:pt x="24" y="0"/>
                </a:cubicBezTo>
                <a:cubicBezTo>
                  <a:pt x="17" y="-2"/>
                  <a:pt x="8" y="7"/>
                  <a:pt x="3" y="21"/>
                </a:cubicBezTo>
                <a:cubicBezTo>
                  <a:pt x="-2" y="35"/>
                  <a:pt x="-1" y="48"/>
                  <a:pt x="5" y="50"/>
                </a:cubicBezTo>
                <a:cubicBezTo>
                  <a:pt x="11" y="52"/>
                  <a:pt x="21" y="43"/>
                  <a:pt x="26" y="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33" name=""/>
          <p:cNvSpPr/>
          <p:nvPr/>
        </p:nvSpPr>
        <p:spPr>
          <a:xfrm>
            <a:off x="104400" y="3100680"/>
            <a:ext cx="205920" cy="213480"/>
          </a:xfrm>
          <a:custGeom>
            <a:avLst/>
            <a:gdLst/>
            <a:ahLst/>
            <a:rect l="0" t="0" r="r" b="b"/>
            <a:pathLst>
              <a:path w="572" h="593">
                <a:moveTo>
                  <a:pt x="426" y="593"/>
                </a:moveTo>
                <a:cubicBezTo>
                  <a:pt x="452" y="580"/>
                  <a:pt x="480" y="567"/>
                  <a:pt x="496" y="542"/>
                </a:cubicBezTo>
                <a:cubicBezTo>
                  <a:pt x="480" y="541"/>
                  <a:pt x="435" y="517"/>
                  <a:pt x="469" y="507"/>
                </a:cubicBezTo>
                <a:cubicBezTo>
                  <a:pt x="498" y="508"/>
                  <a:pt x="526" y="493"/>
                  <a:pt x="538" y="466"/>
                </a:cubicBezTo>
                <a:cubicBezTo>
                  <a:pt x="563" y="429"/>
                  <a:pt x="510" y="448"/>
                  <a:pt x="497" y="432"/>
                </a:cubicBezTo>
                <a:cubicBezTo>
                  <a:pt x="520" y="425"/>
                  <a:pt x="559" y="422"/>
                  <a:pt x="572" y="405"/>
                </a:cubicBezTo>
                <a:cubicBezTo>
                  <a:pt x="527" y="395"/>
                  <a:pt x="473" y="388"/>
                  <a:pt x="448" y="345"/>
                </a:cubicBezTo>
                <a:cubicBezTo>
                  <a:pt x="430" y="289"/>
                  <a:pt x="434" y="229"/>
                  <a:pt x="419" y="172"/>
                </a:cubicBezTo>
                <a:cubicBezTo>
                  <a:pt x="347" y="-111"/>
                  <a:pt x="-62" y="-17"/>
                  <a:pt x="8" y="255"/>
                </a:cubicBezTo>
                <a:cubicBezTo>
                  <a:pt x="19" y="143"/>
                  <a:pt x="111" y="50"/>
                  <a:pt x="206" y="112"/>
                </a:cubicBezTo>
                <a:cubicBezTo>
                  <a:pt x="343" y="200"/>
                  <a:pt x="380" y="326"/>
                  <a:pt x="282" y="471"/>
                </a:cubicBezTo>
                <a:cubicBezTo>
                  <a:pt x="270" y="491"/>
                  <a:pt x="290" y="528"/>
                  <a:pt x="318" y="548"/>
                </a:cubicBezTo>
                <a:cubicBezTo>
                  <a:pt x="346" y="569"/>
                  <a:pt x="386" y="582"/>
                  <a:pt x="426" y="593"/>
                </a:cubicBezTo>
                <a:close/>
              </a:path>
            </a:pathLst>
          </a:custGeom>
          <a:solidFill>
            <a:srgbClr val="bf8040"/>
          </a:solidFill>
          <a:ln w="0">
            <a:noFill/>
          </a:ln>
        </p:spPr>
      </p:sp>
      <p:sp>
        <p:nvSpPr>
          <p:cNvPr id="134" name=""/>
          <p:cNvSpPr/>
          <p:nvPr/>
        </p:nvSpPr>
        <p:spPr>
          <a:xfrm>
            <a:off x="195120" y="322668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59"/>
                </a:moveTo>
                <a:lnTo>
                  <a:pt x="129" y="10"/>
                </a:lnTo>
                <a:cubicBezTo>
                  <a:pt x="132" y="3"/>
                  <a:pt x="140" y="-1"/>
                  <a:pt x="147" y="1"/>
                </a:cubicBezTo>
                <a:lnTo>
                  <a:pt x="158" y="5"/>
                </a:lnTo>
                <a:cubicBezTo>
                  <a:pt x="165" y="8"/>
                  <a:pt x="169" y="16"/>
                  <a:pt x="167" y="24"/>
                </a:cubicBezTo>
                <a:lnTo>
                  <a:pt x="38" y="374"/>
                </a:lnTo>
                <a:cubicBezTo>
                  <a:pt x="36" y="381"/>
                  <a:pt x="28" y="385"/>
                  <a:pt x="20" y="382"/>
                </a:cubicBezTo>
                <a:lnTo>
                  <a:pt x="9" y="378"/>
                </a:lnTo>
                <a:cubicBezTo>
                  <a:pt x="2" y="376"/>
                  <a:pt x="-2" y="367"/>
                  <a:pt x="1" y="359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35" name=""/>
          <p:cNvSpPr/>
          <p:nvPr/>
        </p:nvSpPr>
        <p:spPr>
          <a:xfrm>
            <a:off x="187920" y="3119040"/>
            <a:ext cx="153720" cy="136800"/>
          </a:xfrm>
          <a:custGeom>
            <a:avLst/>
            <a:gdLst/>
            <a:ahLst/>
            <a:rect l="0" t="0" r="r" b="b"/>
            <a:pathLst>
              <a:path w="427" h="380">
                <a:moveTo>
                  <a:pt x="1" y="247"/>
                </a:moveTo>
                <a:lnTo>
                  <a:pt x="88" y="10"/>
                </a:lnTo>
                <a:cubicBezTo>
                  <a:pt x="90" y="3"/>
                  <a:pt x="98" y="-1"/>
                  <a:pt x="106" y="1"/>
                </a:cubicBezTo>
                <a:lnTo>
                  <a:pt x="418" y="115"/>
                </a:lnTo>
                <a:cubicBezTo>
                  <a:pt x="426" y="118"/>
                  <a:pt x="429" y="126"/>
                  <a:pt x="427" y="133"/>
                </a:cubicBezTo>
                <a:lnTo>
                  <a:pt x="341" y="371"/>
                </a:lnTo>
                <a:cubicBezTo>
                  <a:pt x="338" y="378"/>
                  <a:pt x="330" y="382"/>
                  <a:pt x="323" y="379"/>
                </a:cubicBezTo>
                <a:lnTo>
                  <a:pt x="10" y="266"/>
                </a:lnTo>
                <a:cubicBezTo>
                  <a:pt x="2" y="263"/>
                  <a:pt x="-1" y="255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36" name=""/>
          <p:cNvSpPr/>
          <p:nvPr/>
        </p:nvSpPr>
        <p:spPr>
          <a:xfrm>
            <a:off x="196920" y="312804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4" y="9"/>
                </a:lnTo>
                <a:cubicBezTo>
                  <a:pt x="77" y="2"/>
                  <a:pt x="85" y="-2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6"/>
                  <a:pt x="292" y="330"/>
                  <a:pt x="285" y="327"/>
                </a:cubicBezTo>
                <a:lnTo>
                  <a:pt x="9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137" name=""/>
          <p:cNvSpPr/>
          <p:nvPr/>
        </p:nvSpPr>
        <p:spPr>
          <a:xfrm>
            <a:off x="372240" y="3118320"/>
            <a:ext cx="42120" cy="122040"/>
          </a:xfrm>
          <a:custGeom>
            <a:avLst/>
            <a:gdLst/>
            <a:ahLst/>
            <a:rect l="0" t="0" r="r" b="b"/>
            <a:pathLst>
              <a:path fill="none" w="117" h="339">
                <a:moveTo>
                  <a:pt x="117" y="339"/>
                </a:moveTo>
                <a:cubicBezTo>
                  <a:pt x="117" y="215"/>
                  <a:pt x="76" y="96"/>
                  <a:pt x="0" y="0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138" name=""/>
          <p:cNvSpPr/>
          <p:nvPr/>
        </p:nvSpPr>
        <p:spPr>
          <a:xfrm>
            <a:off x="359280" y="31057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72" y="36"/>
                </a:moveTo>
                <a:cubicBezTo>
                  <a:pt x="72" y="15"/>
                  <a:pt x="56" y="0"/>
                  <a:pt x="37" y="0"/>
                </a:cubicBezTo>
                <a:cubicBezTo>
                  <a:pt x="16" y="0"/>
                  <a:pt x="0" y="15"/>
                  <a:pt x="0" y="36"/>
                </a:cubicBezTo>
                <a:cubicBezTo>
                  <a:pt x="0" y="55"/>
                  <a:pt x="16" y="71"/>
                  <a:pt x="37" y="71"/>
                </a:cubicBezTo>
                <a:cubicBezTo>
                  <a:pt x="56" y="71"/>
                  <a:pt x="72" y="55"/>
                  <a:pt x="72" y="3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39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40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41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42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143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44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46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47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48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49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50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51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53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154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55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6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7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8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9" name=""/>
          <p:cNvSpPr txBox="1"/>
          <p:nvPr/>
        </p:nvSpPr>
        <p:spPr>
          <a:xfrm rot="1200000">
            <a:off x="228960" y="3116880"/>
            <a:ext cx="138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2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61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62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65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66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67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68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69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70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72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73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74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75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76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178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81040" y="812880"/>
            <a:ext cx="500256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The antipathy of the para_x001e_n-chain for water is, however, frequently misunderstood.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360000" y="950400"/>
            <a:ext cx="18266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There is no question of actual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2120040" y="950400"/>
            <a:ext cx="175032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repulsion between individual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3767040" y="950400"/>
            <a:ext cx="167256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water molecules and para_x001e_n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401040" y="1087920"/>
            <a:ext cx="518832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chains, nor is there any very strong attraction of para_x001e_n chains for one another. There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455040" y="1225800"/>
            <a:ext cx="527976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is, however, a very strong attraction of water molecules for one another in comparison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1064160" y="1363320"/>
            <a:ext cx="423432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with which the para_x001e_n-para_x001e_n or para_x001e_n-water attractions are very slight.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526680" y="1681200"/>
            <a:ext cx="511236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(Antypatia ªa«cucha para_x001c_nowego do wody jest jednak cz¦sto ¹le rozumiana. Nie ma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45200" y="1818720"/>
            <a:ext cx="372708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mowy o rzeczywistym odpychaniu pomi¦dzy poszczególnymi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4237200" y="1818720"/>
            <a:ext cx="80676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cz¡steczkami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5025240" y="1818720"/>
            <a:ext cx="39528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wody i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46280" y="1956240"/>
            <a:ext cx="72756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ªa«cuchami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440360" y="1956240"/>
            <a:ext cx="101412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para_x001c_nowymi, ani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2493000" y="1956240"/>
            <a:ext cx="313092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nie istnieje bardzo silne przyci¡ganie si¦ ªa«cuchów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382680" y="2094120"/>
            <a:ext cx="532548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para_x001c_nowych do siebie. Istnieje jednak bardzo silne przyci¡ganie si¦ cz¡steczek wody do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599760" y="2231640"/>
            <a:ext cx="49370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siebie, w porównaniu z którym przyci¡ganie para_x001c_na-para_x001c_na lub para_x001c_na-woda jest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4338360" y="2369520"/>
            <a:ext cx="115272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bardzo niewielkie.)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97" name=""/>
          <p:cNvSpPr txBox="1"/>
          <p:nvPr/>
        </p:nvSpPr>
        <p:spPr>
          <a:xfrm>
            <a:off x="4223160" y="2700000"/>
            <a:ext cx="123516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G. S. Hartley (1936)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201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2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3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4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5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6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7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8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9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0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211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212" name=""/>
          <p:cNvSpPr/>
          <p:nvPr/>
        </p:nvSpPr>
        <p:spPr>
          <a:xfrm>
            <a:off x="64080" y="3218040"/>
            <a:ext cx="287640" cy="191520"/>
          </a:xfrm>
          <a:custGeom>
            <a:avLst/>
            <a:gdLst/>
            <a:ahLst/>
            <a:rect l="0" t="0" r="r" b="b"/>
            <a:pathLst>
              <a:path w="799" h="532">
                <a:moveTo>
                  <a:pt x="162" y="110"/>
                </a:moveTo>
                <a:cubicBezTo>
                  <a:pt x="63" y="127"/>
                  <a:pt x="-93" y="305"/>
                  <a:pt x="72" y="465"/>
                </a:cubicBezTo>
                <a:cubicBezTo>
                  <a:pt x="239" y="623"/>
                  <a:pt x="1104" y="517"/>
                  <a:pt x="685" y="0"/>
                </a:cubicBezTo>
                <a:cubicBezTo>
                  <a:pt x="333" y="190"/>
                  <a:pt x="454" y="16"/>
                  <a:pt x="162" y="110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213" name=""/>
          <p:cNvSpPr/>
          <p:nvPr/>
        </p:nvSpPr>
        <p:spPr>
          <a:xfrm>
            <a:off x="106200" y="311652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1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1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214" name=""/>
          <p:cNvSpPr/>
          <p:nvPr/>
        </p:nvSpPr>
        <p:spPr>
          <a:xfrm>
            <a:off x="89640" y="3209040"/>
            <a:ext cx="90360" cy="49320"/>
          </a:xfrm>
          <a:custGeom>
            <a:avLst/>
            <a:gdLst/>
            <a:ahLst/>
            <a:rect l="0" t="0" r="r" b="b"/>
            <a:pathLst>
              <a:path w="251" h="137">
                <a:moveTo>
                  <a:pt x="48" y="4"/>
                </a:moveTo>
                <a:cubicBezTo>
                  <a:pt x="144" y="-19"/>
                  <a:pt x="102" y="73"/>
                  <a:pt x="251" y="45"/>
                </a:cubicBezTo>
                <a:cubicBezTo>
                  <a:pt x="-81" y="255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215" name=""/>
          <p:cNvSpPr/>
          <p:nvPr/>
        </p:nvSpPr>
        <p:spPr>
          <a:xfrm>
            <a:off x="153000" y="3177360"/>
            <a:ext cx="27360" cy="35280"/>
          </a:xfrm>
          <a:custGeom>
            <a:avLst/>
            <a:gdLst/>
            <a:ahLst/>
            <a:rect l="0" t="0" r="r" b="b"/>
            <a:pathLst>
              <a:path w="76" h="98">
                <a:moveTo>
                  <a:pt x="72" y="62"/>
                </a:moveTo>
                <a:cubicBezTo>
                  <a:pt x="82" y="35"/>
                  <a:pt x="75" y="9"/>
                  <a:pt x="55" y="2"/>
                </a:cubicBezTo>
                <a:cubicBezTo>
                  <a:pt x="36" y="-5"/>
                  <a:pt x="14" y="11"/>
                  <a:pt x="4" y="37"/>
                </a:cubicBezTo>
                <a:cubicBezTo>
                  <a:pt x="-5" y="64"/>
                  <a:pt x="2" y="90"/>
                  <a:pt x="21" y="97"/>
                </a:cubicBezTo>
                <a:cubicBezTo>
                  <a:pt x="39" y="104"/>
                  <a:pt x="62" y="88"/>
                  <a:pt x="72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216" name=""/>
          <p:cNvSpPr/>
          <p:nvPr/>
        </p:nvSpPr>
        <p:spPr>
          <a:xfrm>
            <a:off x="164160" y="318780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1" y="34"/>
                </a:moveTo>
                <a:cubicBezTo>
                  <a:pt x="37" y="18"/>
                  <a:pt x="35" y="4"/>
                  <a:pt x="28" y="1"/>
                </a:cubicBezTo>
                <a:cubicBezTo>
                  <a:pt x="19" y="-2"/>
                  <a:pt x="9" y="8"/>
                  <a:pt x="3" y="23"/>
                </a:cubicBezTo>
                <a:cubicBezTo>
                  <a:pt x="-2" y="39"/>
                  <a:pt x="0" y="53"/>
                  <a:pt x="7" y="56"/>
                </a:cubicBezTo>
                <a:cubicBezTo>
                  <a:pt x="14" y="58"/>
                  <a:pt x="26" y="49"/>
                  <a:pt x="31" y="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7" name=""/>
          <p:cNvSpPr/>
          <p:nvPr/>
        </p:nvSpPr>
        <p:spPr>
          <a:xfrm>
            <a:off x="114120" y="316800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5"/>
                </a:moveTo>
                <a:cubicBezTo>
                  <a:pt x="72" y="31"/>
                  <a:pt x="66" y="7"/>
                  <a:pt x="50" y="1"/>
                </a:cubicBezTo>
                <a:cubicBezTo>
                  <a:pt x="32" y="-5"/>
                  <a:pt x="12" y="9"/>
                  <a:pt x="4" y="33"/>
                </a:cubicBezTo>
                <a:cubicBezTo>
                  <a:pt x="-5" y="58"/>
                  <a:pt x="1" y="82"/>
                  <a:pt x="18" y="88"/>
                </a:cubicBezTo>
                <a:cubicBezTo>
                  <a:pt x="34" y="94"/>
                  <a:pt x="55" y="79"/>
                  <a:pt x="64" y="55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218" name=""/>
          <p:cNvSpPr/>
          <p:nvPr/>
        </p:nvSpPr>
        <p:spPr>
          <a:xfrm>
            <a:off x="124560" y="3178080"/>
            <a:ext cx="10440" cy="18360"/>
          </a:xfrm>
          <a:custGeom>
            <a:avLst/>
            <a:gdLst/>
            <a:ahLst/>
            <a:rect l="0" t="0" r="r" b="b"/>
            <a:pathLst>
              <a:path w="29" h="51">
                <a:moveTo>
                  <a:pt x="26" y="30"/>
                </a:moveTo>
                <a:cubicBezTo>
                  <a:pt x="31" y="15"/>
                  <a:pt x="30" y="3"/>
                  <a:pt x="24" y="0"/>
                </a:cubicBezTo>
                <a:cubicBezTo>
                  <a:pt x="17" y="-2"/>
                  <a:pt x="8" y="7"/>
                  <a:pt x="3" y="21"/>
                </a:cubicBezTo>
                <a:cubicBezTo>
                  <a:pt x="-2" y="35"/>
                  <a:pt x="-1" y="48"/>
                  <a:pt x="5" y="50"/>
                </a:cubicBezTo>
                <a:cubicBezTo>
                  <a:pt x="11" y="52"/>
                  <a:pt x="21" y="43"/>
                  <a:pt x="26" y="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9" name=""/>
          <p:cNvSpPr/>
          <p:nvPr/>
        </p:nvSpPr>
        <p:spPr>
          <a:xfrm>
            <a:off x="110520" y="3091320"/>
            <a:ext cx="175680" cy="179280"/>
          </a:xfrm>
          <a:custGeom>
            <a:avLst/>
            <a:gdLst/>
            <a:ahLst/>
            <a:rect l="0" t="0" r="r" b="b"/>
            <a:pathLst>
              <a:path w="488" h="498">
                <a:moveTo>
                  <a:pt x="0" y="200"/>
                </a:moveTo>
                <a:cubicBezTo>
                  <a:pt x="64" y="50"/>
                  <a:pt x="162" y="94"/>
                  <a:pt x="275" y="139"/>
                </a:cubicBezTo>
                <a:cubicBezTo>
                  <a:pt x="500" y="229"/>
                  <a:pt x="359" y="444"/>
                  <a:pt x="487" y="498"/>
                </a:cubicBezTo>
                <a:cubicBezTo>
                  <a:pt x="484" y="419"/>
                  <a:pt x="527" y="78"/>
                  <a:pt x="295" y="12"/>
                </a:cubicBezTo>
                <a:cubicBezTo>
                  <a:pt x="174" y="-22"/>
                  <a:pt x="42" y="8"/>
                  <a:pt x="0" y="200"/>
                </a:cubicBezTo>
                <a:close/>
              </a:path>
            </a:pathLst>
          </a:custGeom>
          <a:solidFill>
            <a:srgbClr val="cc0000"/>
          </a:solidFill>
          <a:ln w="0">
            <a:noFill/>
          </a:ln>
        </p:spPr>
      </p:sp>
      <p:sp>
        <p:nvSpPr>
          <p:cNvPr id="220" name=""/>
          <p:cNvSpPr/>
          <p:nvPr/>
        </p:nvSpPr>
        <p:spPr>
          <a:xfrm>
            <a:off x="106560" y="3117240"/>
            <a:ext cx="157320" cy="80640"/>
          </a:xfrm>
          <a:custGeom>
            <a:avLst/>
            <a:gdLst/>
            <a:ahLst/>
            <a:rect l="0" t="0" r="r" b="b"/>
            <a:pathLst>
              <a:path w="437" h="224">
                <a:moveTo>
                  <a:pt x="15" y="156"/>
                </a:moveTo>
                <a:cubicBezTo>
                  <a:pt x="-77" y="-72"/>
                  <a:pt x="271" y="-27"/>
                  <a:pt x="422" y="145"/>
                </a:cubicBezTo>
                <a:cubicBezTo>
                  <a:pt x="453" y="194"/>
                  <a:pt x="432" y="231"/>
                  <a:pt x="400" y="223"/>
                </a:cubicBezTo>
                <a:cubicBezTo>
                  <a:pt x="345" y="163"/>
                  <a:pt x="69" y="-59"/>
                  <a:pt x="15" y="156"/>
                </a:cubicBezTo>
                <a:close/>
              </a:path>
            </a:pathLst>
          </a:custGeom>
          <a:solidFill>
            <a:srgbClr val="f2e5d9"/>
          </a:solidFill>
          <a:ln w="0">
            <a:noFill/>
          </a:ln>
        </p:spPr>
      </p:sp>
      <p:sp>
        <p:nvSpPr>
          <p:cNvPr id="221" name=""/>
          <p:cNvSpPr/>
          <p:nvPr/>
        </p:nvSpPr>
        <p:spPr>
          <a:xfrm>
            <a:off x="254520" y="325404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137" y="68"/>
                </a:moveTo>
                <a:cubicBezTo>
                  <a:pt x="137" y="30"/>
                  <a:pt x="106" y="0"/>
                  <a:pt x="69" y="0"/>
                </a:cubicBezTo>
                <a:cubicBezTo>
                  <a:pt x="30" y="0"/>
                  <a:pt x="0" y="30"/>
                  <a:pt x="0" y="68"/>
                </a:cubicBezTo>
                <a:cubicBezTo>
                  <a:pt x="0" y="107"/>
                  <a:pt x="30" y="137"/>
                  <a:pt x="69" y="137"/>
                </a:cubicBezTo>
                <a:cubicBezTo>
                  <a:pt x="106" y="137"/>
                  <a:pt x="137" y="107"/>
                  <a:pt x="137" y="68"/>
                </a:cubicBezTo>
                <a:close/>
              </a:path>
            </a:pathLst>
          </a:custGeom>
          <a:solidFill>
            <a:srgbClr val="f2e5d9"/>
          </a:solidFill>
          <a:ln w="0">
            <a:noFill/>
          </a:ln>
        </p:spPr>
      </p:sp>
      <p:sp>
        <p:nvSpPr>
          <p:cNvPr id="222" name=""/>
          <p:cNvSpPr/>
          <p:nvPr/>
        </p:nvSpPr>
        <p:spPr>
          <a:xfrm>
            <a:off x="195120" y="322668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59"/>
                </a:moveTo>
                <a:lnTo>
                  <a:pt x="129" y="10"/>
                </a:lnTo>
                <a:cubicBezTo>
                  <a:pt x="132" y="3"/>
                  <a:pt x="140" y="-1"/>
                  <a:pt x="147" y="1"/>
                </a:cubicBezTo>
                <a:lnTo>
                  <a:pt x="158" y="5"/>
                </a:lnTo>
                <a:cubicBezTo>
                  <a:pt x="165" y="8"/>
                  <a:pt x="169" y="16"/>
                  <a:pt x="167" y="24"/>
                </a:cubicBezTo>
                <a:lnTo>
                  <a:pt x="38" y="374"/>
                </a:lnTo>
                <a:cubicBezTo>
                  <a:pt x="36" y="381"/>
                  <a:pt x="28" y="385"/>
                  <a:pt x="20" y="382"/>
                </a:cubicBezTo>
                <a:lnTo>
                  <a:pt x="9" y="378"/>
                </a:lnTo>
                <a:cubicBezTo>
                  <a:pt x="2" y="376"/>
                  <a:pt x="-2" y="367"/>
                  <a:pt x="1" y="359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223" name=""/>
          <p:cNvSpPr/>
          <p:nvPr/>
        </p:nvSpPr>
        <p:spPr>
          <a:xfrm>
            <a:off x="187920" y="3119040"/>
            <a:ext cx="153720" cy="136800"/>
          </a:xfrm>
          <a:custGeom>
            <a:avLst/>
            <a:gdLst/>
            <a:ahLst/>
            <a:rect l="0" t="0" r="r" b="b"/>
            <a:pathLst>
              <a:path w="427" h="380">
                <a:moveTo>
                  <a:pt x="1" y="247"/>
                </a:moveTo>
                <a:lnTo>
                  <a:pt x="88" y="10"/>
                </a:lnTo>
                <a:cubicBezTo>
                  <a:pt x="90" y="3"/>
                  <a:pt x="98" y="-1"/>
                  <a:pt x="106" y="1"/>
                </a:cubicBezTo>
                <a:lnTo>
                  <a:pt x="418" y="115"/>
                </a:lnTo>
                <a:cubicBezTo>
                  <a:pt x="426" y="118"/>
                  <a:pt x="429" y="126"/>
                  <a:pt x="427" y="133"/>
                </a:cubicBezTo>
                <a:lnTo>
                  <a:pt x="341" y="371"/>
                </a:lnTo>
                <a:cubicBezTo>
                  <a:pt x="338" y="378"/>
                  <a:pt x="330" y="382"/>
                  <a:pt x="323" y="379"/>
                </a:cubicBezTo>
                <a:lnTo>
                  <a:pt x="10" y="266"/>
                </a:lnTo>
                <a:cubicBezTo>
                  <a:pt x="2" y="263"/>
                  <a:pt x="-1" y="255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224" name=""/>
          <p:cNvSpPr/>
          <p:nvPr/>
        </p:nvSpPr>
        <p:spPr>
          <a:xfrm>
            <a:off x="196920" y="312804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4" y="9"/>
                </a:lnTo>
                <a:cubicBezTo>
                  <a:pt x="77" y="2"/>
                  <a:pt x="85" y="-2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6"/>
                  <a:pt x="292" y="330"/>
                  <a:pt x="285" y="327"/>
                </a:cubicBezTo>
                <a:lnTo>
                  <a:pt x="9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225" name=""/>
          <p:cNvSpPr/>
          <p:nvPr/>
        </p:nvSpPr>
        <p:spPr>
          <a:xfrm>
            <a:off x="324000" y="3074040"/>
            <a:ext cx="90360" cy="166320"/>
          </a:xfrm>
          <a:custGeom>
            <a:avLst/>
            <a:gdLst/>
            <a:ahLst/>
            <a:rect l="0" t="0" r="r" b="b"/>
            <a:pathLst>
              <a:path fill="none" w="251" h="462">
                <a:moveTo>
                  <a:pt x="251" y="462"/>
                </a:moveTo>
                <a:cubicBezTo>
                  <a:pt x="251" y="275"/>
                  <a:pt x="156" y="102"/>
                  <a:pt x="0" y="0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226" name=""/>
          <p:cNvSpPr/>
          <p:nvPr/>
        </p:nvSpPr>
        <p:spPr>
          <a:xfrm>
            <a:off x="311400" y="3061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6"/>
                </a:moveTo>
                <a:cubicBezTo>
                  <a:pt x="71" y="17"/>
                  <a:pt x="56" y="0"/>
                  <a:pt x="36" y="0"/>
                </a:cubicBezTo>
                <a:cubicBezTo>
                  <a:pt x="17" y="0"/>
                  <a:pt x="0" y="17"/>
                  <a:pt x="0" y="36"/>
                </a:cubicBezTo>
                <a:cubicBezTo>
                  <a:pt x="0" y="56"/>
                  <a:pt x="17" y="71"/>
                  <a:pt x="36" y="71"/>
                </a:cubicBezTo>
                <a:cubicBezTo>
                  <a:pt x="56" y="71"/>
                  <a:pt x="71" y="56"/>
                  <a:pt x="71" y="3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7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228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229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230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231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232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234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235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236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237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238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239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241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242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243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244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245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246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247" name=""/>
          <p:cNvSpPr txBox="1"/>
          <p:nvPr/>
        </p:nvSpPr>
        <p:spPr>
          <a:xfrm rot="1200000">
            <a:off x="228960" y="3116880"/>
            <a:ext cx="138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3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249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250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253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254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255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256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257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258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260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261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262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263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264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266" name=""/>
          <p:cNvSpPr/>
          <p:nvPr/>
        </p:nvSpPr>
        <p:spPr>
          <a:xfrm>
            <a:off x="0" y="308520"/>
            <a:ext cx="5760000" cy="295200"/>
          </a:xfrm>
          <a:custGeom>
            <a:avLst/>
            <a:gdLst/>
            <a:ahLst/>
            <a:rect l="0" t="0" r="r" b="b"/>
            <a:pathLst>
              <a:path w="16000" h="820">
                <a:moveTo>
                  <a:pt x="0" y="820"/>
                </a:moveTo>
                <a:lnTo>
                  <a:pt x="16000" y="820"/>
                </a:lnTo>
                <a:lnTo>
                  <a:pt x="16000" y="0"/>
                </a:lnTo>
                <a:lnTo>
                  <a:pt x="0" y="0"/>
                </a:lnTo>
                <a:lnTo>
                  <a:pt x="0" y="82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267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pic>
        <p:nvPicPr>
          <p:cNvPr id="268" name="" descr=""/>
          <p:cNvPicPr/>
          <p:nvPr/>
        </p:nvPicPr>
        <p:blipFill>
          <a:blip r:embed="rId2"/>
          <a:stretch/>
        </p:blipFill>
        <p:spPr>
          <a:xfrm>
            <a:off x="1368000" y="703080"/>
            <a:ext cx="3023640" cy="2366280"/>
          </a:xfrm>
          <a:prstGeom prst="rect">
            <a:avLst/>
          </a:prstGeom>
          <a:ln w="0">
            <a:noFill/>
          </a:ln>
        </p:spPr>
      </p:pic>
      <p:sp>
        <p:nvSpPr>
          <p:cNvPr id="269" name=""/>
          <p:cNvSpPr txBox="1"/>
          <p:nvPr/>
        </p:nvSpPr>
        <p:spPr>
          <a:xfrm>
            <a:off x="108000" y="354960"/>
            <a:ext cx="198972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Bardzo prosty przykªad I</a:t>
            </a:r>
            <a:endParaRPr b="0" lang="pl-PL" sz="1430" spc="-1" strike="noStrike"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271" name=""/>
          <p:cNvSpPr txBox="1"/>
          <p:nvPr/>
        </p:nvSpPr>
        <p:spPr>
          <a:xfrm>
            <a:off x="1925280" y="3134880"/>
            <a:ext cx="20671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4c004c"/>
                </a:solidFill>
                <a:latin typeface="Arial"/>
              </a:rPr>
              <a:t>Rysunek:</a:t>
            </a:r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 Plama benzyny na asfalcie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275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76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77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78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79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80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81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82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83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84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285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286" name=""/>
          <p:cNvSpPr/>
          <p:nvPr/>
        </p:nvSpPr>
        <p:spPr>
          <a:xfrm>
            <a:off x="64080" y="3218040"/>
            <a:ext cx="287640" cy="191520"/>
          </a:xfrm>
          <a:custGeom>
            <a:avLst/>
            <a:gdLst/>
            <a:ahLst/>
            <a:rect l="0" t="0" r="r" b="b"/>
            <a:pathLst>
              <a:path w="799" h="532">
                <a:moveTo>
                  <a:pt x="162" y="110"/>
                </a:moveTo>
                <a:cubicBezTo>
                  <a:pt x="63" y="127"/>
                  <a:pt x="-93" y="305"/>
                  <a:pt x="72" y="465"/>
                </a:cubicBezTo>
                <a:cubicBezTo>
                  <a:pt x="239" y="623"/>
                  <a:pt x="1104" y="517"/>
                  <a:pt x="685" y="0"/>
                </a:cubicBezTo>
                <a:cubicBezTo>
                  <a:pt x="333" y="190"/>
                  <a:pt x="454" y="16"/>
                  <a:pt x="162" y="110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287" name=""/>
          <p:cNvSpPr/>
          <p:nvPr/>
        </p:nvSpPr>
        <p:spPr>
          <a:xfrm>
            <a:off x="106200" y="311652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1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1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288" name=""/>
          <p:cNvSpPr/>
          <p:nvPr/>
        </p:nvSpPr>
        <p:spPr>
          <a:xfrm>
            <a:off x="89640" y="3209040"/>
            <a:ext cx="90360" cy="49320"/>
          </a:xfrm>
          <a:custGeom>
            <a:avLst/>
            <a:gdLst/>
            <a:ahLst/>
            <a:rect l="0" t="0" r="r" b="b"/>
            <a:pathLst>
              <a:path w="251" h="137">
                <a:moveTo>
                  <a:pt x="48" y="4"/>
                </a:moveTo>
                <a:cubicBezTo>
                  <a:pt x="144" y="-19"/>
                  <a:pt x="102" y="73"/>
                  <a:pt x="251" y="45"/>
                </a:cubicBezTo>
                <a:cubicBezTo>
                  <a:pt x="-81" y="255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289" name=""/>
          <p:cNvSpPr/>
          <p:nvPr/>
        </p:nvSpPr>
        <p:spPr>
          <a:xfrm>
            <a:off x="153000" y="3177360"/>
            <a:ext cx="27360" cy="35280"/>
          </a:xfrm>
          <a:custGeom>
            <a:avLst/>
            <a:gdLst/>
            <a:ahLst/>
            <a:rect l="0" t="0" r="r" b="b"/>
            <a:pathLst>
              <a:path w="76" h="98">
                <a:moveTo>
                  <a:pt x="72" y="62"/>
                </a:moveTo>
                <a:cubicBezTo>
                  <a:pt x="82" y="35"/>
                  <a:pt x="75" y="9"/>
                  <a:pt x="55" y="2"/>
                </a:cubicBezTo>
                <a:cubicBezTo>
                  <a:pt x="36" y="-5"/>
                  <a:pt x="14" y="11"/>
                  <a:pt x="4" y="37"/>
                </a:cubicBezTo>
                <a:cubicBezTo>
                  <a:pt x="-5" y="64"/>
                  <a:pt x="2" y="90"/>
                  <a:pt x="21" y="97"/>
                </a:cubicBezTo>
                <a:cubicBezTo>
                  <a:pt x="39" y="104"/>
                  <a:pt x="62" y="88"/>
                  <a:pt x="72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290" name=""/>
          <p:cNvSpPr/>
          <p:nvPr/>
        </p:nvSpPr>
        <p:spPr>
          <a:xfrm>
            <a:off x="164160" y="318780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1" y="34"/>
                </a:moveTo>
                <a:cubicBezTo>
                  <a:pt x="37" y="18"/>
                  <a:pt x="35" y="4"/>
                  <a:pt x="28" y="1"/>
                </a:cubicBezTo>
                <a:cubicBezTo>
                  <a:pt x="19" y="-2"/>
                  <a:pt x="9" y="8"/>
                  <a:pt x="3" y="23"/>
                </a:cubicBezTo>
                <a:cubicBezTo>
                  <a:pt x="-2" y="39"/>
                  <a:pt x="0" y="53"/>
                  <a:pt x="7" y="56"/>
                </a:cubicBezTo>
                <a:cubicBezTo>
                  <a:pt x="14" y="58"/>
                  <a:pt x="26" y="49"/>
                  <a:pt x="31" y="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91" name=""/>
          <p:cNvSpPr/>
          <p:nvPr/>
        </p:nvSpPr>
        <p:spPr>
          <a:xfrm>
            <a:off x="114120" y="316800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5"/>
                </a:moveTo>
                <a:cubicBezTo>
                  <a:pt x="72" y="31"/>
                  <a:pt x="66" y="7"/>
                  <a:pt x="50" y="1"/>
                </a:cubicBezTo>
                <a:cubicBezTo>
                  <a:pt x="32" y="-5"/>
                  <a:pt x="12" y="9"/>
                  <a:pt x="4" y="33"/>
                </a:cubicBezTo>
                <a:cubicBezTo>
                  <a:pt x="-5" y="58"/>
                  <a:pt x="1" y="82"/>
                  <a:pt x="18" y="88"/>
                </a:cubicBezTo>
                <a:cubicBezTo>
                  <a:pt x="34" y="94"/>
                  <a:pt x="55" y="79"/>
                  <a:pt x="64" y="55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292" name=""/>
          <p:cNvSpPr/>
          <p:nvPr/>
        </p:nvSpPr>
        <p:spPr>
          <a:xfrm>
            <a:off x="124560" y="3178080"/>
            <a:ext cx="10440" cy="18360"/>
          </a:xfrm>
          <a:custGeom>
            <a:avLst/>
            <a:gdLst/>
            <a:ahLst/>
            <a:rect l="0" t="0" r="r" b="b"/>
            <a:pathLst>
              <a:path w="29" h="51">
                <a:moveTo>
                  <a:pt x="26" y="30"/>
                </a:moveTo>
                <a:cubicBezTo>
                  <a:pt x="31" y="15"/>
                  <a:pt x="30" y="3"/>
                  <a:pt x="24" y="0"/>
                </a:cubicBezTo>
                <a:cubicBezTo>
                  <a:pt x="17" y="-2"/>
                  <a:pt x="8" y="7"/>
                  <a:pt x="3" y="21"/>
                </a:cubicBezTo>
                <a:cubicBezTo>
                  <a:pt x="-2" y="35"/>
                  <a:pt x="-1" y="48"/>
                  <a:pt x="5" y="50"/>
                </a:cubicBezTo>
                <a:cubicBezTo>
                  <a:pt x="11" y="52"/>
                  <a:pt x="21" y="43"/>
                  <a:pt x="26" y="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93" name=""/>
          <p:cNvSpPr/>
          <p:nvPr/>
        </p:nvSpPr>
        <p:spPr>
          <a:xfrm>
            <a:off x="115560" y="3098520"/>
            <a:ext cx="135000" cy="72360"/>
          </a:xfrm>
          <a:custGeom>
            <a:avLst/>
            <a:gdLst/>
            <a:ahLst/>
            <a:rect l="0" t="0" r="r" b="b"/>
            <a:pathLst>
              <a:path w="375" h="201">
                <a:moveTo>
                  <a:pt x="375" y="201"/>
                </a:moveTo>
                <a:cubicBezTo>
                  <a:pt x="375" y="91"/>
                  <a:pt x="285" y="0"/>
                  <a:pt x="174" y="0"/>
                </a:cubicBezTo>
                <a:cubicBezTo>
                  <a:pt x="102" y="0"/>
                  <a:pt x="36" y="38"/>
                  <a:pt x="0" y="101"/>
                </a:cubicBezTo>
                <a:lnTo>
                  <a:pt x="375" y="201"/>
                </a:lnTo>
                <a:close/>
              </a:path>
            </a:pathLst>
          </a:custGeom>
          <a:solidFill>
            <a:srgbClr val="0000ff"/>
          </a:solidFill>
          <a:ln w="0">
            <a:noFill/>
          </a:ln>
        </p:spPr>
      </p:sp>
      <p:sp>
        <p:nvSpPr>
          <p:cNvPr id="294" name=""/>
          <p:cNvSpPr/>
          <p:nvPr/>
        </p:nvSpPr>
        <p:spPr>
          <a:xfrm>
            <a:off x="82800" y="3117960"/>
            <a:ext cx="167760" cy="61560"/>
          </a:xfrm>
          <a:custGeom>
            <a:avLst/>
            <a:gdLst/>
            <a:ahLst/>
            <a:rect l="0" t="0" r="r" b="b"/>
            <a:pathLst>
              <a:path w="466" h="171">
                <a:moveTo>
                  <a:pt x="466" y="148"/>
                </a:moveTo>
                <a:cubicBezTo>
                  <a:pt x="475" y="116"/>
                  <a:pt x="377" y="62"/>
                  <a:pt x="249" y="27"/>
                </a:cubicBezTo>
                <a:cubicBezTo>
                  <a:pt x="121" y="-7"/>
                  <a:pt x="11" y="-9"/>
                  <a:pt x="1" y="23"/>
                </a:cubicBezTo>
                <a:cubicBezTo>
                  <a:pt x="-8" y="56"/>
                  <a:pt x="90" y="110"/>
                  <a:pt x="218" y="144"/>
                </a:cubicBezTo>
                <a:cubicBezTo>
                  <a:pt x="346" y="178"/>
                  <a:pt x="457" y="180"/>
                  <a:pt x="466" y="148"/>
                </a:cubicBezTo>
                <a:close/>
              </a:path>
            </a:pathLst>
          </a:custGeom>
          <a:solidFill>
            <a:srgbClr val="0000ff"/>
          </a:solidFill>
          <a:ln w="0">
            <a:noFill/>
          </a:ln>
        </p:spPr>
      </p:sp>
      <p:sp>
        <p:nvSpPr>
          <p:cNvPr id="295" name=""/>
          <p:cNvSpPr/>
          <p:nvPr/>
        </p:nvSpPr>
        <p:spPr>
          <a:xfrm>
            <a:off x="195120" y="322668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59"/>
                </a:moveTo>
                <a:lnTo>
                  <a:pt x="129" y="10"/>
                </a:lnTo>
                <a:cubicBezTo>
                  <a:pt x="132" y="3"/>
                  <a:pt x="140" y="-1"/>
                  <a:pt x="147" y="1"/>
                </a:cubicBezTo>
                <a:lnTo>
                  <a:pt x="158" y="5"/>
                </a:lnTo>
                <a:cubicBezTo>
                  <a:pt x="165" y="8"/>
                  <a:pt x="169" y="16"/>
                  <a:pt x="167" y="24"/>
                </a:cubicBezTo>
                <a:lnTo>
                  <a:pt x="38" y="374"/>
                </a:lnTo>
                <a:cubicBezTo>
                  <a:pt x="36" y="381"/>
                  <a:pt x="28" y="385"/>
                  <a:pt x="20" y="382"/>
                </a:cubicBezTo>
                <a:lnTo>
                  <a:pt x="9" y="378"/>
                </a:lnTo>
                <a:cubicBezTo>
                  <a:pt x="2" y="376"/>
                  <a:pt x="-2" y="367"/>
                  <a:pt x="1" y="359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296" name=""/>
          <p:cNvSpPr/>
          <p:nvPr/>
        </p:nvSpPr>
        <p:spPr>
          <a:xfrm>
            <a:off x="187920" y="3119040"/>
            <a:ext cx="153720" cy="136800"/>
          </a:xfrm>
          <a:custGeom>
            <a:avLst/>
            <a:gdLst/>
            <a:ahLst/>
            <a:rect l="0" t="0" r="r" b="b"/>
            <a:pathLst>
              <a:path w="427" h="380">
                <a:moveTo>
                  <a:pt x="1" y="247"/>
                </a:moveTo>
                <a:lnTo>
                  <a:pt x="88" y="10"/>
                </a:lnTo>
                <a:cubicBezTo>
                  <a:pt x="90" y="3"/>
                  <a:pt x="98" y="-1"/>
                  <a:pt x="106" y="1"/>
                </a:cubicBezTo>
                <a:lnTo>
                  <a:pt x="418" y="115"/>
                </a:lnTo>
                <a:cubicBezTo>
                  <a:pt x="426" y="118"/>
                  <a:pt x="429" y="126"/>
                  <a:pt x="427" y="133"/>
                </a:cubicBezTo>
                <a:lnTo>
                  <a:pt x="341" y="371"/>
                </a:lnTo>
                <a:cubicBezTo>
                  <a:pt x="338" y="378"/>
                  <a:pt x="330" y="382"/>
                  <a:pt x="323" y="379"/>
                </a:cubicBezTo>
                <a:lnTo>
                  <a:pt x="10" y="266"/>
                </a:lnTo>
                <a:cubicBezTo>
                  <a:pt x="2" y="263"/>
                  <a:pt x="-1" y="255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297" name=""/>
          <p:cNvSpPr/>
          <p:nvPr/>
        </p:nvSpPr>
        <p:spPr>
          <a:xfrm>
            <a:off x="196920" y="312804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4" y="9"/>
                </a:lnTo>
                <a:cubicBezTo>
                  <a:pt x="77" y="2"/>
                  <a:pt x="85" y="-2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6"/>
                  <a:pt x="292" y="330"/>
                  <a:pt x="285" y="327"/>
                </a:cubicBezTo>
                <a:lnTo>
                  <a:pt x="9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298" name=""/>
          <p:cNvSpPr/>
          <p:nvPr/>
        </p:nvSpPr>
        <p:spPr>
          <a:xfrm>
            <a:off x="264600" y="3047760"/>
            <a:ext cx="149760" cy="192600"/>
          </a:xfrm>
          <a:custGeom>
            <a:avLst/>
            <a:gdLst/>
            <a:ahLst/>
            <a:rect l="0" t="0" r="r" b="b"/>
            <a:pathLst>
              <a:path fill="none" w="416" h="535">
                <a:moveTo>
                  <a:pt x="416" y="535"/>
                </a:moveTo>
                <a:cubicBezTo>
                  <a:pt x="416" y="282"/>
                  <a:pt x="244" y="62"/>
                  <a:pt x="0" y="0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299" name=""/>
          <p:cNvSpPr/>
          <p:nvPr/>
        </p:nvSpPr>
        <p:spPr>
          <a:xfrm>
            <a:off x="251640" y="303516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72" y="36"/>
                </a:moveTo>
                <a:cubicBezTo>
                  <a:pt x="72" y="17"/>
                  <a:pt x="56" y="0"/>
                  <a:pt x="37" y="0"/>
                </a:cubicBezTo>
                <a:cubicBezTo>
                  <a:pt x="16" y="0"/>
                  <a:pt x="0" y="17"/>
                  <a:pt x="0" y="36"/>
                </a:cubicBezTo>
                <a:cubicBezTo>
                  <a:pt x="0" y="56"/>
                  <a:pt x="16" y="72"/>
                  <a:pt x="37" y="72"/>
                </a:cubicBezTo>
                <a:cubicBezTo>
                  <a:pt x="56" y="72"/>
                  <a:pt x="72" y="56"/>
                  <a:pt x="72" y="3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00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301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302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303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304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305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307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308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309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310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311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312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314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315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316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317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318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319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320" name=""/>
          <p:cNvSpPr txBox="1"/>
          <p:nvPr/>
        </p:nvSpPr>
        <p:spPr>
          <a:xfrm rot="1200000">
            <a:off x="228960" y="3116880"/>
            <a:ext cx="138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4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322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323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326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327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328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329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330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331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333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334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335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336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337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339" name=""/>
          <p:cNvSpPr/>
          <p:nvPr/>
        </p:nvSpPr>
        <p:spPr>
          <a:xfrm>
            <a:off x="0" y="308520"/>
            <a:ext cx="5760000" cy="295200"/>
          </a:xfrm>
          <a:custGeom>
            <a:avLst/>
            <a:gdLst/>
            <a:ahLst/>
            <a:rect l="0" t="0" r="r" b="b"/>
            <a:pathLst>
              <a:path w="16000" h="820">
                <a:moveTo>
                  <a:pt x="0" y="820"/>
                </a:moveTo>
                <a:lnTo>
                  <a:pt x="16000" y="820"/>
                </a:lnTo>
                <a:lnTo>
                  <a:pt x="16000" y="0"/>
                </a:lnTo>
                <a:lnTo>
                  <a:pt x="0" y="0"/>
                </a:lnTo>
                <a:lnTo>
                  <a:pt x="0" y="82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340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pic>
        <p:nvPicPr>
          <p:cNvPr id="341" name="" descr=""/>
          <p:cNvPicPr/>
          <p:nvPr/>
        </p:nvPicPr>
        <p:blipFill>
          <a:blip r:embed="rId2"/>
          <a:stretch/>
        </p:blipFill>
        <p:spPr>
          <a:xfrm>
            <a:off x="1368000" y="990360"/>
            <a:ext cx="3023640" cy="1678320"/>
          </a:xfrm>
          <a:prstGeom prst="rect">
            <a:avLst/>
          </a:prstGeom>
          <a:ln w="0">
            <a:noFill/>
          </a:ln>
        </p:spPr>
      </p:pic>
      <p:sp>
        <p:nvSpPr>
          <p:cNvPr id="342" name=""/>
          <p:cNvSpPr txBox="1"/>
          <p:nvPr/>
        </p:nvSpPr>
        <p:spPr>
          <a:xfrm>
            <a:off x="108000" y="354960"/>
            <a:ext cx="203976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Bardzo prosty przykªad II</a:t>
            </a:r>
            <a:endParaRPr b="0" lang="pl-PL" sz="1430" spc="-1" strike="noStrike"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344" name=""/>
          <p:cNvSpPr txBox="1"/>
          <p:nvPr/>
        </p:nvSpPr>
        <p:spPr>
          <a:xfrm>
            <a:off x="1786320" y="2734560"/>
            <a:ext cx="23140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4c004c"/>
                </a:solidFill>
                <a:latin typeface="Arial"/>
              </a:rPr>
              <a:t>Rysunek:</a:t>
            </a:r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 Cz¡stka wody vs. cz¡stka etanu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48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49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50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51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52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53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54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55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56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57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358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359" name=""/>
          <p:cNvSpPr/>
          <p:nvPr/>
        </p:nvSpPr>
        <p:spPr>
          <a:xfrm>
            <a:off x="64080" y="3218040"/>
            <a:ext cx="287640" cy="191520"/>
          </a:xfrm>
          <a:custGeom>
            <a:avLst/>
            <a:gdLst/>
            <a:ahLst/>
            <a:rect l="0" t="0" r="r" b="b"/>
            <a:pathLst>
              <a:path w="799" h="532">
                <a:moveTo>
                  <a:pt x="162" y="110"/>
                </a:moveTo>
                <a:cubicBezTo>
                  <a:pt x="63" y="127"/>
                  <a:pt x="-93" y="305"/>
                  <a:pt x="72" y="465"/>
                </a:cubicBezTo>
                <a:cubicBezTo>
                  <a:pt x="239" y="623"/>
                  <a:pt x="1104" y="517"/>
                  <a:pt x="685" y="0"/>
                </a:cubicBezTo>
                <a:cubicBezTo>
                  <a:pt x="333" y="190"/>
                  <a:pt x="454" y="16"/>
                  <a:pt x="162" y="110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360" name=""/>
          <p:cNvSpPr/>
          <p:nvPr/>
        </p:nvSpPr>
        <p:spPr>
          <a:xfrm>
            <a:off x="106200" y="311652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1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1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361" name=""/>
          <p:cNvSpPr/>
          <p:nvPr/>
        </p:nvSpPr>
        <p:spPr>
          <a:xfrm>
            <a:off x="89640" y="3209040"/>
            <a:ext cx="90360" cy="49320"/>
          </a:xfrm>
          <a:custGeom>
            <a:avLst/>
            <a:gdLst/>
            <a:ahLst/>
            <a:rect l="0" t="0" r="r" b="b"/>
            <a:pathLst>
              <a:path w="251" h="137">
                <a:moveTo>
                  <a:pt x="48" y="4"/>
                </a:moveTo>
                <a:cubicBezTo>
                  <a:pt x="144" y="-19"/>
                  <a:pt x="102" y="73"/>
                  <a:pt x="251" y="45"/>
                </a:cubicBezTo>
                <a:cubicBezTo>
                  <a:pt x="-81" y="255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362" name=""/>
          <p:cNvSpPr/>
          <p:nvPr/>
        </p:nvSpPr>
        <p:spPr>
          <a:xfrm>
            <a:off x="153000" y="3177360"/>
            <a:ext cx="27360" cy="35280"/>
          </a:xfrm>
          <a:custGeom>
            <a:avLst/>
            <a:gdLst/>
            <a:ahLst/>
            <a:rect l="0" t="0" r="r" b="b"/>
            <a:pathLst>
              <a:path w="76" h="98">
                <a:moveTo>
                  <a:pt x="72" y="62"/>
                </a:moveTo>
                <a:cubicBezTo>
                  <a:pt x="82" y="35"/>
                  <a:pt x="75" y="9"/>
                  <a:pt x="55" y="2"/>
                </a:cubicBezTo>
                <a:cubicBezTo>
                  <a:pt x="36" y="-5"/>
                  <a:pt x="14" y="11"/>
                  <a:pt x="4" y="37"/>
                </a:cubicBezTo>
                <a:cubicBezTo>
                  <a:pt x="-5" y="64"/>
                  <a:pt x="2" y="90"/>
                  <a:pt x="21" y="97"/>
                </a:cubicBezTo>
                <a:cubicBezTo>
                  <a:pt x="39" y="104"/>
                  <a:pt x="62" y="88"/>
                  <a:pt x="72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363" name=""/>
          <p:cNvSpPr/>
          <p:nvPr/>
        </p:nvSpPr>
        <p:spPr>
          <a:xfrm>
            <a:off x="164160" y="318780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1" y="34"/>
                </a:moveTo>
                <a:cubicBezTo>
                  <a:pt x="37" y="18"/>
                  <a:pt x="35" y="4"/>
                  <a:pt x="28" y="1"/>
                </a:cubicBezTo>
                <a:cubicBezTo>
                  <a:pt x="19" y="-2"/>
                  <a:pt x="9" y="8"/>
                  <a:pt x="3" y="23"/>
                </a:cubicBezTo>
                <a:cubicBezTo>
                  <a:pt x="-2" y="39"/>
                  <a:pt x="0" y="53"/>
                  <a:pt x="7" y="56"/>
                </a:cubicBezTo>
                <a:cubicBezTo>
                  <a:pt x="14" y="58"/>
                  <a:pt x="26" y="49"/>
                  <a:pt x="31" y="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64" name=""/>
          <p:cNvSpPr/>
          <p:nvPr/>
        </p:nvSpPr>
        <p:spPr>
          <a:xfrm>
            <a:off x="114120" y="316800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5"/>
                </a:moveTo>
                <a:cubicBezTo>
                  <a:pt x="72" y="31"/>
                  <a:pt x="66" y="7"/>
                  <a:pt x="50" y="1"/>
                </a:cubicBezTo>
                <a:cubicBezTo>
                  <a:pt x="32" y="-5"/>
                  <a:pt x="12" y="9"/>
                  <a:pt x="4" y="33"/>
                </a:cubicBezTo>
                <a:cubicBezTo>
                  <a:pt x="-5" y="58"/>
                  <a:pt x="1" y="82"/>
                  <a:pt x="18" y="88"/>
                </a:cubicBezTo>
                <a:cubicBezTo>
                  <a:pt x="34" y="94"/>
                  <a:pt x="55" y="79"/>
                  <a:pt x="64" y="55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365" name=""/>
          <p:cNvSpPr/>
          <p:nvPr/>
        </p:nvSpPr>
        <p:spPr>
          <a:xfrm>
            <a:off x="124560" y="3178080"/>
            <a:ext cx="10440" cy="18360"/>
          </a:xfrm>
          <a:custGeom>
            <a:avLst/>
            <a:gdLst/>
            <a:ahLst/>
            <a:rect l="0" t="0" r="r" b="b"/>
            <a:pathLst>
              <a:path w="29" h="51">
                <a:moveTo>
                  <a:pt x="26" y="30"/>
                </a:moveTo>
                <a:cubicBezTo>
                  <a:pt x="31" y="15"/>
                  <a:pt x="30" y="3"/>
                  <a:pt x="24" y="0"/>
                </a:cubicBezTo>
                <a:cubicBezTo>
                  <a:pt x="17" y="-2"/>
                  <a:pt x="8" y="7"/>
                  <a:pt x="3" y="21"/>
                </a:cubicBezTo>
                <a:cubicBezTo>
                  <a:pt x="-2" y="35"/>
                  <a:pt x="-1" y="48"/>
                  <a:pt x="5" y="50"/>
                </a:cubicBezTo>
                <a:cubicBezTo>
                  <a:pt x="11" y="52"/>
                  <a:pt x="21" y="43"/>
                  <a:pt x="26" y="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66" name=""/>
          <p:cNvSpPr/>
          <p:nvPr/>
        </p:nvSpPr>
        <p:spPr>
          <a:xfrm>
            <a:off x="130320" y="3112200"/>
            <a:ext cx="132480" cy="75600"/>
          </a:xfrm>
          <a:custGeom>
            <a:avLst/>
            <a:gdLst/>
            <a:ahLst/>
            <a:rect l="0" t="0" r="r" b="b"/>
            <a:pathLst>
              <a:path w="368" h="210">
                <a:moveTo>
                  <a:pt x="366" y="190"/>
                </a:moveTo>
                <a:cubicBezTo>
                  <a:pt x="381" y="156"/>
                  <a:pt x="313" y="91"/>
                  <a:pt x="213" y="44"/>
                </a:cubicBezTo>
                <a:cubicBezTo>
                  <a:pt x="112" y="-4"/>
                  <a:pt x="18" y="-14"/>
                  <a:pt x="2" y="20"/>
                </a:cubicBezTo>
                <a:cubicBezTo>
                  <a:pt x="-14" y="55"/>
                  <a:pt x="54" y="120"/>
                  <a:pt x="155" y="167"/>
                </a:cubicBezTo>
                <a:cubicBezTo>
                  <a:pt x="256" y="214"/>
                  <a:pt x="350" y="224"/>
                  <a:pt x="366" y="19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67" name=""/>
          <p:cNvSpPr/>
          <p:nvPr/>
        </p:nvSpPr>
        <p:spPr>
          <a:xfrm>
            <a:off x="129960" y="3096720"/>
            <a:ext cx="145440" cy="80640"/>
          </a:xfrm>
          <a:custGeom>
            <a:avLst/>
            <a:gdLst/>
            <a:ahLst/>
            <a:rect l="0" t="0" r="r" b="b"/>
            <a:pathLst>
              <a:path w="404" h="224">
                <a:moveTo>
                  <a:pt x="402" y="205"/>
                </a:moveTo>
                <a:cubicBezTo>
                  <a:pt x="417" y="171"/>
                  <a:pt x="341" y="102"/>
                  <a:pt x="230" y="51"/>
                </a:cubicBezTo>
                <a:cubicBezTo>
                  <a:pt x="120" y="-1"/>
                  <a:pt x="18" y="-15"/>
                  <a:pt x="2" y="19"/>
                </a:cubicBezTo>
                <a:cubicBezTo>
                  <a:pt x="-14" y="53"/>
                  <a:pt x="62" y="123"/>
                  <a:pt x="172" y="174"/>
                </a:cubicBezTo>
                <a:cubicBezTo>
                  <a:pt x="284" y="226"/>
                  <a:pt x="386" y="240"/>
                  <a:pt x="402" y="20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68" name=""/>
          <p:cNvSpPr/>
          <p:nvPr/>
        </p:nvSpPr>
        <p:spPr>
          <a:xfrm>
            <a:off x="200160" y="3105720"/>
            <a:ext cx="23400" cy="23400"/>
          </a:xfrm>
          <a:custGeom>
            <a:avLst/>
            <a:gdLst/>
            <a:ahLst/>
            <a:rect l="0" t="0" r="r" b="b"/>
            <a:pathLst>
              <a:path w="65" h="65">
                <a:moveTo>
                  <a:pt x="62" y="46"/>
                </a:moveTo>
                <a:cubicBezTo>
                  <a:pt x="69" y="29"/>
                  <a:pt x="62" y="10"/>
                  <a:pt x="46" y="3"/>
                </a:cubicBezTo>
                <a:cubicBezTo>
                  <a:pt x="29" y="-5"/>
                  <a:pt x="10" y="2"/>
                  <a:pt x="3" y="18"/>
                </a:cubicBezTo>
                <a:cubicBezTo>
                  <a:pt x="-5" y="34"/>
                  <a:pt x="2" y="54"/>
                  <a:pt x="18" y="62"/>
                </a:cubicBezTo>
                <a:cubicBezTo>
                  <a:pt x="34" y="69"/>
                  <a:pt x="54" y="62"/>
                  <a:pt x="62" y="4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69" name=""/>
          <p:cNvSpPr/>
          <p:nvPr/>
        </p:nvSpPr>
        <p:spPr>
          <a:xfrm>
            <a:off x="195120" y="322668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59"/>
                </a:moveTo>
                <a:lnTo>
                  <a:pt x="129" y="10"/>
                </a:lnTo>
                <a:cubicBezTo>
                  <a:pt x="132" y="3"/>
                  <a:pt x="140" y="-1"/>
                  <a:pt x="147" y="1"/>
                </a:cubicBezTo>
                <a:lnTo>
                  <a:pt x="158" y="5"/>
                </a:lnTo>
                <a:cubicBezTo>
                  <a:pt x="165" y="8"/>
                  <a:pt x="169" y="16"/>
                  <a:pt x="167" y="24"/>
                </a:cubicBezTo>
                <a:lnTo>
                  <a:pt x="38" y="374"/>
                </a:lnTo>
                <a:cubicBezTo>
                  <a:pt x="36" y="381"/>
                  <a:pt x="28" y="385"/>
                  <a:pt x="20" y="382"/>
                </a:cubicBezTo>
                <a:lnTo>
                  <a:pt x="9" y="378"/>
                </a:lnTo>
                <a:cubicBezTo>
                  <a:pt x="2" y="376"/>
                  <a:pt x="-2" y="367"/>
                  <a:pt x="1" y="359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370" name=""/>
          <p:cNvSpPr/>
          <p:nvPr/>
        </p:nvSpPr>
        <p:spPr>
          <a:xfrm>
            <a:off x="187920" y="3119040"/>
            <a:ext cx="153720" cy="136800"/>
          </a:xfrm>
          <a:custGeom>
            <a:avLst/>
            <a:gdLst/>
            <a:ahLst/>
            <a:rect l="0" t="0" r="r" b="b"/>
            <a:pathLst>
              <a:path w="427" h="380">
                <a:moveTo>
                  <a:pt x="1" y="247"/>
                </a:moveTo>
                <a:lnTo>
                  <a:pt x="88" y="10"/>
                </a:lnTo>
                <a:cubicBezTo>
                  <a:pt x="90" y="3"/>
                  <a:pt x="98" y="-1"/>
                  <a:pt x="106" y="1"/>
                </a:cubicBezTo>
                <a:lnTo>
                  <a:pt x="418" y="115"/>
                </a:lnTo>
                <a:cubicBezTo>
                  <a:pt x="426" y="118"/>
                  <a:pt x="429" y="126"/>
                  <a:pt x="427" y="133"/>
                </a:cubicBezTo>
                <a:lnTo>
                  <a:pt x="341" y="371"/>
                </a:lnTo>
                <a:cubicBezTo>
                  <a:pt x="338" y="378"/>
                  <a:pt x="330" y="382"/>
                  <a:pt x="323" y="379"/>
                </a:cubicBezTo>
                <a:lnTo>
                  <a:pt x="10" y="266"/>
                </a:lnTo>
                <a:cubicBezTo>
                  <a:pt x="2" y="263"/>
                  <a:pt x="-1" y="255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371" name=""/>
          <p:cNvSpPr/>
          <p:nvPr/>
        </p:nvSpPr>
        <p:spPr>
          <a:xfrm>
            <a:off x="196920" y="312804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4" y="9"/>
                </a:lnTo>
                <a:cubicBezTo>
                  <a:pt x="77" y="2"/>
                  <a:pt x="85" y="-2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6"/>
                  <a:pt x="292" y="330"/>
                  <a:pt x="285" y="327"/>
                </a:cubicBezTo>
                <a:lnTo>
                  <a:pt x="9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372" name=""/>
          <p:cNvSpPr/>
          <p:nvPr/>
        </p:nvSpPr>
        <p:spPr>
          <a:xfrm>
            <a:off x="199440" y="3042000"/>
            <a:ext cx="214920" cy="198360"/>
          </a:xfrm>
          <a:custGeom>
            <a:avLst/>
            <a:gdLst/>
            <a:ahLst/>
            <a:rect l="0" t="0" r="r" b="b"/>
            <a:pathLst>
              <a:path fill="none" w="597" h="551">
                <a:moveTo>
                  <a:pt x="597" y="551"/>
                </a:moveTo>
                <a:cubicBezTo>
                  <a:pt x="597" y="354"/>
                  <a:pt x="492" y="173"/>
                  <a:pt x="321" y="74"/>
                </a:cubicBezTo>
                <a:cubicBezTo>
                  <a:pt x="224" y="17"/>
                  <a:pt x="112" y="-8"/>
                  <a:pt x="0" y="2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373" name=""/>
          <p:cNvSpPr/>
          <p:nvPr/>
        </p:nvSpPr>
        <p:spPr>
          <a:xfrm>
            <a:off x="186840" y="30297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71" y="37"/>
                </a:moveTo>
                <a:cubicBezTo>
                  <a:pt x="71" y="16"/>
                  <a:pt x="56" y="0"/>
                  <a:pt x="36" y="0"/>
                </a:cubicBezTo>
                <a:cubicBezTo>
                  <a:pt x="17" y="0"/>
                  <a:pt x="0" y="16"/>
                  <a:pt x="0" y="37"/>
                </a:cubicBezTo>
                <a:cubicBezTo>
                  <a:pt x="0" y="56"/>
                  <a:pt x="17" y="72"/>
                  <a:pt x="36" y="72"/>
                </a:cubicBezTo>
                <a:cubicBezTo>
                  <a:pt x="56" y="72"/>
                  <a:pt x="71" y="56"/>
                  <a:pt x="71" y="3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374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375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376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377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378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379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381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382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383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384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385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386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388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389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390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391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392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393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394" name=""/>
          <p:cNvSpPr txBox="1"/>
          <p:nvPr/>
        </p:nvSpPr>
        <p:spPr>
          <a:xfrm rot="1200000">
            <a:off x="228960" y="3116880"/>
            <a:ext cx="138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5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396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397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400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401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402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403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404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405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407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408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409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410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411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413" name=""/>
          <p:cNvSpPr/>
          <p:nvPr/>
        </p:nvSpPr>
        <p:spPr>
          <a:xfrm>
            <a:off x="0" y="308520"/>
            <a:ext cx="5760000" cy="295200"/>
          </a:xfrm>
          <a:custGeom>
            <a:avLst/>
            <a:gdLst/>
            <a:ahLst/>
            <a:rect l="0" t="0" r="r" b="b"/>
            <a:pathLst>
              <a:path w="16000" h="820">
                <a:moveTo>
                  <a:pt x="0" y="820"/>
                </a:moveTo>
                <a:lnTo>
                  <a:pt x="16000" y="820"/>
                </a:lnTo>
                <a:lnTo>
                  <a:pt x="16000" y="0"/>
                </a:lnTo>
                <a:lnTo>
                  <a:pt x="0" y="0"/>
                </a:lnTo>
                <a:lnTo>
                  <a:pt x="0" y="82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414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108000" y="354960"/>
            <a:ext cx="15202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Energia swobodna</a:t>
            </a:r>
            <a:endParaRPr b="0" lang="pl-PL" sz="1430" spc="-1" strike="noStrike"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360000" y="1023120"/>
            <a:ext cx="36644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energia swobodna w¦glowodoru rozpuszczanego w wodzie: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829880" y="129672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µ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1913400" y="135288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W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2074680" y="1296720"/>
            <a:ext cx="2491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=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 µ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2304360" y="127440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Symbols8"/>
              </a:rPr>
              <a:t>◦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2304360" y="136584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W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2457720" y="1296720"/>
            <a:ext cx="6516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+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 RT</a:t>
            </a:r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 ln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 X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3079440" y="135288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W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3232800" y="1296720"/>
            <a:ext cx="6058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+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 RT</a:t>
            </a:r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 ln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 f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3807360" y="135288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W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360000" y="1576800"/>
            <a:ext cx="422388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energia swobodna w¦glowodoru rozpuszczanego w rozpuszczalniku: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1702800" y="185040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µ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1786320" y="1906560"/>
            <a:ext cx="1468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HC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2010960" y="1850400"/>
            <a:ext cx="2491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=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 µ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2241000" y="182808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Symbols8"/>
              </a:rPr>
              <a:t>◦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2241000" y="1919520"/>
            <a:ext cx="1468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HC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2457720" y="1850400"/>
            <a:ext cx="6516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+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 RT</a:t>
            </a:r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 ln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 X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3079440" y="1906560"/>
            <a:ext cx="1468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HC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3296520" y="1850400"/>
            <a:ext cx="6058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+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 RT</a:t>
            </a:r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 ln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 f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3870720" y="1906560"/>
            <a:ext cx="1468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HC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360000" y="2130480"/>
            <a:ext cx="8114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w¦glowodory: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1997280" y="226512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µ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2080800" y="224244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Symbols8"/>
              </a:rPr>
              <a:t>◦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2080800" y="2333880"/>
            <a:ext cx="1468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HC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2297880" y="2265120"/>
            <a:ext cx="2494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Symbols10"/>
              </a:rPr>
              <a:t>−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 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µ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2520000" y="224244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Symbols8"/>
              </a:rPr>
              <a:t>◦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2520000" y="233388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W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2681280" y="2265120"/>
            <a:ext cx="11883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=</a:t>
            </a:r>
            <a:r>
              <a:rPr b="0" i="1" lang="pl-PL" sz="1090" spc="-1" strike="noStrike">
                <a:solidFill>
                  <a:srgbClr val="000000"/>
                </a:solidFill>
                <a:latin typeface="PLMathSymbols10"/>
              </a:rPr>
              <a:t> −</a:t>
            </a:r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2436</a:t>
            </a:r>
            <a:r>
              <a:rPr b="0" i="1" lang="pl-PL" sz="1090" spc="-1" strike="noStrike">
                <a:solidFill>
                  <a:srgbClr val="000000"/>
                </a:solidFill>
                <a:latin typeface="PLMathSymbols10"/>
              </a:rPr>
              <a:t> −</a:t>
            </a:r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 884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n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3672360" y="232128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C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360000" y="2487960"/>
            <a:ext cx="11696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kwasy tªuszczowe: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2051280" y="262260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µ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2134800" y="259992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Symbols8"/>
              </a:rPr>
              <a:t>◦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2134800" y="2691360"/>
            <a:ext cx="14688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HC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2351880" y="2622600"/>
            <a:ext cx="2494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Symbols10"/>
              </a:rPr>
              <a:t>−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 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µ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2573640" y="259992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Symbols8"/>
              </a:rPr>
              <a:t>◦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2573640" y="269136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W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2734920" y="2622600"/>
            <a:ext cx="10724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= 4260</a:t>
            </a:r>
            <a:r>
              <a:rPr b="0" i="1" lang="pl-PL" sz="1090" spc="-1" strike="noStrike">
                <a:solidFill>
                  <a:srgbClr val="000000"/>
                </a:solidFill>
                <a:latin typeface="PLMathSymbols10"/>
              </a:rPr>
              <a:t> −</a:t>
            </a:r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 825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n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454" name=""/>
          <p:cNvSpPr txBox="1"/>
          <p:nvPr/>
        </p:nvSpPr>
        <p:spPr>
          <a:xfrm>
            <a:off x="3618720" y="267876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C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458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59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60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61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62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63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64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65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66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67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468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469" name=""/>
          <p:cNvSpPr/>
          <p:nvPr/>
        </p:nvSpPr>
        <p:spPr>
          <a:xfrm>
            <a:off x="64080" y="3218040"/>
            <a:ext cx="287640" cy="191520"/>
          </a:xfrm>
          <a:custGeom>
            <a:avLst/>
            <a:gdLst/>
            <a:ahLst/>
            <a:rect l="0" t="0" r="r" b="b"/>
            <a:pathLst>
              <a:path w="799" h="532">
                <a:moveTo>
                  <a:pt x="162" y="110"/>
                </a:moveTo>
                <a:cubicBezTo>
                  <a:pt x="63" y="127"/>
                  <a:pt x="-93" y="305"/>
                  <a:pt x="72" y="465"/>
                </a:cubicBezTo>
                <a:cubicBezTo>
                  <a:pt x="239" y="623"/>
                  <a:pt x="1104" y="517"/>
                  <a:pt x="685" y="0"/>
                </a:cubicBezTo>
                <a:cubicBezTo>
                  <a:pt x="333" y="190"/>
                  <a:pt x="454" y="16"/>
                  <a:pt x="162" y="110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470" name=""/>
          <p:cNvSpPr/>
          <p:nvPr/>
        </p:nvSpPr>
        <p:spPr>
          <a:xfrm>
            <a:off x="106200" y="311652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1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1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471" name=""/>
          <p:cNvSpPr/>
          <p:nvPr/>
        </p:nvSpPr>
        <p:spPr>
          <a:xfrm>
            <a:off x="89640" y="3209040"/>
            <a:ext cx="90360" cy="49320"/>
          </a:xfrm>
          <a:custGeom>
            <a:avLst/>
            <a:gdLst/>
            <a:ahLst/>
            <a:rect l="0" t="0" r="r" b="b"/>
            <a:pathLst>
              <a:path w="251" h="137">
                <a:moveTo>
                  <a:pt x="48" y="4"/>
                </a:moveTo>
                <a:cubicBezTo>
                  <a:pt x="144" y="-19"/>
                  <a:pt x="102" y="73"/>
                  <a:pt x="251" y="45"/>
                </a:cubicBezTo>
                <a:cubicBezTo>
                  <a:pt x="-81" y="255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472" name=""/>
          <p:cNvSpPr/>
          <p:nvPr/>
        </p:nvSpPr>
        <p:spPr>
          <a:xfrm>
            <a:off x="153000" y="3177360"/>
            <a:ext cx="27360" cy="35280"/>
          </a:xfrm>
          <a:custGeom>
            <a:avLst/>
            <a:gdLst/>
            <a:ahLst/>
            <a:rect l="0" t="0" r="r" b="b"/>
            <a:pathLst>
              <a:path w="76" h="98">
                <a:moveTo>
                  <a:pt x="72" y="62"/>
                </a:moveTo>
                <a:cubicBezTo>
                  <a:pt x="82" y="35"/>
                  <a:pt x="75" y="9"/>
                  <a:pt x="55" y="2"/>
                </a:cubicBezTo>
                <a:cubicBezTo>
                  <a:pt x="36" y="-5"/>
                  <a:pt x="14" y="11"/>
                  <a:pt x="4" y="37"/>
                </a:cubicBezTo>
                <a:cubicBezTo>
                  <a:pt x="-5" y="64"/>
                  <a:pt x="2" y="90"/>
                  <a:pt x="21" y="97"/>
                </a:cubicBezTo>
                <a:cubicBezTo>
                  <a:pt x="39" y="104"/>
                  <a:pt x="62" y="88"/>
                  <a:pt x="72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473" name=""/>
          <p:cNvSpPr/>
          <p:nvPr/>
        </p:nvSpPr>
        <p:spPr>
          <a:xfrm>
            <a:off x="164160" y="318780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1" y="34"/>
                </a:moveTo>
                <a:cubicBezTo>
                  <a:pt x="37" y="18"/>
                  <a:pt x="35" y="4"/>
                  <a:pt x="28" y="1"/>
                </a:cubicBezTo>
                <a:cubicBezTo>
                  <a:pt x="19" y="-2"/>
                  <a:pt x="9" y="8"/>
                  <a:pt x="3" y="23"/>
                </a:cubicBezTo>
                <a:cubicBezTo>
                  <a:pt x="-2" y="39"/>
                  <a:pt x="0" y="53"/>
                  <a:pt x="7" y="56"/>
                </a:cubicBezTo>
                <a:cubicBezTo>
                  <a:pt x="14" y="58"/>
                  <a:pt x="26" y="49"/>
                  <a:pt x="31" y="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74" name=""/>
          <p:cNvSpPr/>
          <p:nvPr/>
        </p:nvSpPr>
        <p:spPr>
          <a:xfrm>
            <a:off x="114120" y="316800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5"/>
                </a:moveTo>
                <a:cubicBezTo>
                  <a:pt x="72" y="31"/>
                  <a:pt x="66" y="7"/>
                  <a:pt x="50" y="1"/>
                </a:cubicBezTo>
                <a:cubicBezTo>
                  <a:pt x="32" y="-5"/>
                  <a:pt x="12" y="9"/>
                  <a:pt x="4" y="33"/>
                </a:cubicBezTo>
                <a:cubicBezTo>
                  <a:pt x="-5" y="58"/>
                  <a:pt x="1" y="82"/>
                  <a:pt x="18" y="88"/>
                </a:cubicBezTo>
                <a:cubicBezTo>
                  <a:pt x="34" y="94"/>
                  <a:pt x="55" y="79"/>
                  <a:pt x="64" y="55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475" name=""/>
          <p:cNvSpPr/>
          <p:nvPr/>
        </p:nvSpPr>
        <p:spPr>
          <a:xfrm>
            <a:off x="124560" y="3178080"/>
            <a:ext cx="10440" cy="18360"/>
          </a:xfrm>
          <a:custGeom>
            <a:avLst/>
            <a:gdLst/>
            <a:ahLst/>
            <a:rect l="0" t="0" r="r" b="b"/>
            <a:pathLst>
              <a:path w="29" h="51">
                <a:moveTo>
                  <a:pt x="26" y="30"/>
                </a:moveTo>
                <a:cubicBezTo>
                  <a:pt x="31" y="15"/>
                  <a:pt x="30" y="3"/>
                  <a:pt x="24" y="0"/>
                </a:cubicBezTo>
                <a:cubicBezTo>
                  <a:pt x="17" y="-2"/>
                  <a:pt x="8" y="7"/>
                  <a:pt x="3" y="21"/>
                </a:cubicBezTo>
                <a:cubicBezTo>
                  <a:pt x="-2" y="35"/>
                  <a:pt x="-1" y="48"/>
                  <a:pt x="5" y="50"/>
                </a:cubicBezTo>
                <a:cubicBezTo>
                  <a:pt x="11" y="52"/>
                  <a:pt x="21" y="43"/>
                  <a:pt x="26" y="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76" name=""/>
          <p:cNvSpPr/>
          <p:nvPr/>
        </p:nvSpPr>
        <p:spPr>
          <a:xfrm>
            <a:off x="105120" y="3101760"/>
            <a:ext cx="153000" cy="117360"/>
          </a:xfrm>
          <a:custGeom>
            <a:avLst/>
            <a:gdLst/>
            <a:ahLst/>
            <a:rect l="0" t="0" r="r" b="b"/>
            <a:pathLst>
              <a:path w="425" h="326">
                <a:moveTo>
                  <a:pt x="402" y="325"/>
                </a:moveTo>
                <a:cubicBezTo>
                  <a:pt x="426" y="311"/>
                  <a:pt x="432" y="228"/>
                  <a:pt x="417" y="171"/>
                </a:cubicBezTo>
                <a:cubicBezTo>
                  <a:pt x="345" y="-111"/>
                  <a:pt x="-64" y="-17"/>
                  <a:pt x="9" y="255"/>
                </a:cubicBezTo>
                <a:cubicBezTo>
                  <a:pt x="16" y="143"/>
                  <a:pt x="140" y="51"/>
                  <a:pt x="222" y="129"/>
                </a:cubicBezTo>
                <a:cubicBezTo>
                  <a:pt x="332" y="232"/>
                  <a:pt x="376" y="339"/>
                  <a:pt x="402" y="325"/>
                </a:cubicBezTo>
                <a:close/>
              </a:path>
            </a:pathLst>
          </a:custGeom>
          <a:solidFill>
            <a:srgbClr val="bf8040"/>
          </a:solidFill>
          <a:ln w="0">
            <a:noFill/>
          </a:ln>
        </p:spPr>
      </p:sp>
      <p:sp>
        <p:nvSpPr>
          <p:cNvPr id="477" name=""/>
          <p:cNvSpPr/>
          <p:nvPr/>
        </p:nvSpPr>
        <p:spPr>
          <a:xfrm>
            <a:off x="195120" y="322668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59"/>
                </a:moveTo>
                <a:lnTo>
                  <a:pt x="129" y="10"/>
                </a:lnTo>
                <a:cubicBezTo>
                  <a:pt x="132" y="3"/>
                  <a:pt x="140" y="-1"/>
                  <a:pt x="147" y="1"/>
                </a:cubicBezTo>
                <a:lnTo>
                  <a:pt x="158" y="5"/>
                </a:lnTo>
                <a:cubicBezTo>
                  <a:pt x="165" y="8"/>
                  <a:pt x="169" y="16"/>
                  <a:pt x="167" y="24"/>
                </a:cubicBezTo>
                <a:lnTo>
                  <a:pt x="38" y="374"/>
                </a:lnTo>
                <a:cubicBezTo>
                  <a:pt x="36" y="381"/>
                  <a:pt x="28" y="385"/>
                  <a:pt x="20" y="382"/>
                </a:cubicBezTo>
                <a:lnTo>
                  <a:pt x="9" y="378"/>
                </a:lnTo>
                <a:cubicBezTo>
                  <a:pt x="2" y="376"/>
                  <a:pt x="-2" y="367"/>
                  <a:pt x="1" y="359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478" name=""/>
          <p:cNvSpPr/>
          <p:nvPr/>
        </p:nvSpPr>
        <p:spPr>
          <a:xfrm>
            <a:off x="187920" y="3119040"/>
            <a:ext cx="153720" cy="136800"/>
          </a:xfrm>
          <a:custGeom>
            <a:avLst/>
            <a:gdLst/>
            <a:ahLst/>
            <a:rect l="0" t="0" r="r" b="b"/>
            <a:pathLst>
              <a:path w="427" h="380">
                <a:moveTo>
                  <a:pt x="1" y="247"/>
                </a:moveTo>
                <a:lnTo>
                  <a:pt x="88" y="10"/>
                </a:lnTo>
                <a:cubicBezTo>
                  <a:pt x="90" y="3"/>
                  <a:pt x="98" y="-1"/>
                  <a:pt x="106" y="1"/>
                </a:cubicBezTo>
                <a:lnTo>
                  <a:pt x="418" y="115"/>
                </a:lnTo>
                <a:cubicBezTo>
                  <a:pt x="426" y="118"/>
                  <a:pt x="429" y="126"/>
                  <a:pt x="427" y="133"/>
                </a:cubicBezTo>
                <a:lnTo>
                  <a:pt x="341" y="371"/>
                </a:lnTo>
                <a:cubicBezTo>
                  <a:pt x="338" y="378"/>
                  <a:pt x="330" y="382"/>
                  <a:pt x="323" y="379"/>
                </a:cubicBezTo>
                <a:lnTo>
                  <a:pt x="10" y="266"/>
                </a:lnTo>
                <a:cubicBezTo>
                  <a:pt x="2" y="263"/>
                  <a:pt x="-1" y="255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479" name=""/>
          <p:cNvSpPr/>
          <p:nvPr/>
        </p:nvSpPr>
        <p:spPr>
          <a:xfrm>
            <a:off x="196920" y="312804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4" y="9"/>
                </a:lnTo>
                <a:cubicBezTo>
                  <a:pt x="77" y="2"/>
                  <a:pt x="85" y="-2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6"/>
                  <a:pt x="292" y="330"/>
                  <a:pt x="285" y="327"/>
                </a:cubicBezTo>
                <a:lnTo>
                  <a:pt x="9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480" name=""/>
          <p:cNvSpPr/>
          <p:nvPr/>
        </p:nvSpPr>
        <p:spPr>
          <a:xfrm>
            <a:off x="136440" y="3042000"/>
            <a:ext cx="277920" cy="198360"/>
          </a:xfrm>
          <a:custGeom>
            <a:avLst/>
            <a:gdLst/>
            <a:ahLst/>
            <a:rect l="0" t="0" r="r" b="b"/>
            <a:pathLst>
              <a:path fill="none" w="772" h="551">
                <a:moveTo>
                  <a:pt x="772" y="551"/>
                </a:moveTo>
                <a:cubicBezTo>
                  <a:pt x="772" y="354"/>
                  <a:pt x="667" y="173"/>
                  <a:pt x="497" y="74"/>
                </a:cubicBezTo>
                <a:cubicBezTo>
                  <a:pt x="345" y="-14"/>
                  <a:pt x="161" y="-24"/>
                  <a:pt x="0" y="46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481" name=""/>
          <p:cNvSpPr/>
          <p:nvPr/>
        </p:nvSpPr>
        <p:spPr>
          <a:xfrm>
            <a:off x="123480" y="30459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72" y="35"/>
                </a:moveTo>
                <a:cubicBezTo>
                  <a:pt x="72" y="16"/>
                  <a:pt x="56" y="0"/>
                  <a:pt x="36" y="0"/>
                </a:cubicBezTo>
                <a:cubicBezTo>
                  <a:pt x="16" y="0"/>
                  <a:pt x="0" y="16"/>
                  <a:pt x="0" y="35"/>
                </a:cubicBezTo>
                <a:cubicBezTo>
                  <a:pt x="0" y="55"/>
                  <a:pt x="16" y="71"/>
                  <a:pt x="36" y="71"/>
                </a:cubicBezTo>
                <a:cubicBezTo>
                  <a:pt x="56" y="71"/>
                  <a:pt x="72" y="55"/>
                  <a:pt x="72" y="3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82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483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484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485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486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487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88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489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490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491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492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493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494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95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496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497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498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499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500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501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502" name=""/>
          <p:cNvSpPr txBox="1"/>
          <p:nvPr/>
        </p:nvSpPr>
        <p:spPr>
          <a:xfrm rot="1200000">
            <a:off x="228960" y="3116880"/>
            <a:ext cx="138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6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04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05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08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09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10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11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12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13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15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16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17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18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19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pic>
        <p:nvPicPr>
          <p:cNvPr id="521" name="" descr=""/>
          <p:cNvPicPr/>
          <p:nvPr/>
        </p:nvPicPr>
        <p:blipFill>
          <a:blip r:embed="rId2"/>
          <a:stretch/>
        </p:blipFill>
        <p:spPr>
          <a:xfrm>
            <a:off x="268560" y="555480"/>
            <a:ext cx="2908440" cy="2518200"/>
          </a:xfrm>
          <a:prstGeom prst="rect">
            <a:avLst/>
          </a:prstGeom>
          <a:ln w="0">
            <a:noFill/>
          </a:ln>
        </p:spPr>
      </p:pic>
      <p:pic>
        <p:nvPicPr>
          <p:cNvPr id="522" name="" descr=""/>
          <p:cNvPicPr/>
          <p:nvPr/>
        </p:nvPicPr>
        <p:blipFill>
          <a:blip r:embed="rId3"/>
          <a:stretch/>
        </p:blipFill>
        <p:spPr>
          <a:xfrm>
            <a:off x="3016440" y="516960"/>
            <a:ext cx="2040840" cy="2246760"/>
          </a:xfrm>
          <a:prstGeom prst="rect">
            <a:avLst/>
          </a:prstGeom>
          <a:ln w="0">
            <a:noFill/>
          </a:ln>
        </p:spPr>
      </p:pic>
      <p:sp>
        <p:nvSpPr>
          <p:cNvPr id="523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694800" y="2829600"/>
            <a:ext cx="45759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4c004c"/>
                </a:solidFill>
                <a:latin typeface="Arial"/>
              </a:rPr>
              <a:t>Rysunek:</a:t>
            </a:r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 Zale»no±¢ mi¦dzy energi¡ swobodn¡ a liczb¡ atomów w¦gla w cz¡steczce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1346040" y="2950920"/>
            <a:ext cx="13525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w¦glowodoru (po lewej) 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527" name=""/>
          <p:cNvSpPr txBox="1"/>
          <p:nvPr/>
        </p:nvSpPr>
        <p:spPr>
          <a:xfrm>
            <a:off x="2710440" y="2950920"/>
            <a:ext cx="18432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kwasu tªuszczowego (po prawej)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31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32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33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34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35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36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37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38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39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40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541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542" name=""/>
          <p:cNvSpPr/>
          <p:nvPr/>
        </p:nvSpPr>
        <p:spPr>
          <a:xfrm>
            <a:off x="64080" y="3232080"/>
            <a:ext cx="287640" cy="191160"/>
          </a:xfrm>
          <a:custGeom>
            <a:avLst/>
            <a:gdLst/>
            <a:ahLst/>
            <a:rect l="0" t="0" r="r" b="b"/>
            <a:pathLst>
              <a:path w="799" h="531">
                <a:moveTo>
                  <a:pt x="162" y="109"/>
                </a:moveTo>
                <a:cubicBezTo>
                  <a:pt x="63" y="126"/>
                  <a:pt x="-93" y="305"/>
                  <a:pt x="72" y="464"/>
                </a:cubicBezTo>
                <a:cubicBezTo>
                  <a:pt x="239" y="622"/>
                  <a:pt x="1104" y="516"/>
                  <a:pt x="685" y="0"/>
                </a:cubicBezTo>
                <a:cubicBezTo>
                  <a:pt x="333" y="189"/>
                  <a:pt x="454" y="16"/>
                  <a:pt x="162" y="109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543" name=""/>
          <p:cNvSpPr/>
          <p:nvPr/>
        </p:nvSpPr>
        <p:spPr>
          <a:xfrm>
            <a:off x="106200" y="313020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1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1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544" name=""/>
          <p:cNvSpPr/>
          <p:nvPr/>
        </p:nvSpPr>
        <p:spPr>
          <a:xfrm>
            <a:off x="89640" y="3223080"/>
            <a:ext cx="90360" cy="49320"/>
          </a:xfrm>
          <a:custGeom>
            <a:avLst/>
            <a:gdLst/>
            <a:ahLst/>
            <a:rect l="0" t="0" r="r" b="b"/>
            <a:pathLst>
              <a:path w="251" h="137">
                <a:moveTo>
                  <a:pt x="48" y="4"/>
                </a:moveTo>
                <a:cubicBezTo>
                  <a:pt x="144" y="-19"/>
                  <a:pt x="102" y="73"/>
                  <a:pt x="251" y="46"/>
                </a:cubicBezTo>
                <a:cubicBezTo>
                  <a:pt x="-81" y="255"/>
                  <a:pt x="-7" y="47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545" name=""/>
          <p:cNvSpPr/>
          <p:nvPr/>
        </p:nvSpPr>
        <p:spPr>
          <a:xfrm>
            <a:off x="153000" y="3191040"/>
            <a:ext cx="27360" cy="35280"/>
          </a:xfrm>
          <a:custGeom>
            <a:avLst/>
            <a:gdLst/>
            <a:ahLst/>
            <a:rect l="0" t="0" r="r" b="b"/>
            <a:pathLst>
              <a:path w="76" h="98">
                <a:moveTo>
                  <a:pt x="72" y="61"/>
                </a:moveTo>
                <a:cubicBezTo>
                  <a:pt x="82" y="36"/>
                  <a:pt x="75" y="8"/>
                  <a:pt x="55" y="1"/>
                </a:cubicBezTo>
                <a:cubicBezTo>
                  <a:pt x="36" y="-5"/>
                  <a:pt x="14" y="10"/>
                  <a:pt x="4" y="37"/>
                </a:cubicBezTo>
                <a:cubicBezTo>
                  <a:pt x="-5" y="63"/>
                  <a:pt x="2" y="89"/>
                  <a:pt x="21" y="96"/>
                </a:cubicBezTo>
                <a:cubicBezTo>
                  <a:pt x="39" y="103"/>
                  <a:pt x="62" y="87"/>
                  <a:pt x="72" y="61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546" name=""/>
          <p:cNvSpPr/>
          <p:nvPr/>
        </p:nvSpPr>
        <p:spPr>
          <a:xfrm>
            <a:off x="164160" y="320148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1" y="32"/>
                </a:moveTo>
                <a:cubicBezTo>
                  <a:pt x="37" y="17"/>
                  <a:pt x="35" y="3"/>
                  <a:pt x="28" y="0"/>
                </a:cubicBezTo>
                <a:cubicBezTo>
                  <a:pt x="19" y="-2"/>
                  <a:pt x="9" y="7"/>
                  <a:pt x="3" y="22"/>
                </a:cubicBezTo>
                <a:cubicBezTo>
                  <a:pt x="-2" y="37"/>
                  <a:pt x="0" y="52"/>
                  <a:pt x="7" y="55"/>
                </a:cubicBezTo>
                <a:cubicBezTo>
                  <a:pt x="14" y="58"/>
                  <a:pt x="26" y="48"/>
                  <a:pt x="31" y="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47" name=""/>
          <p:cNvSpPr/>
          <p:nvPr/>
        </p:nvSpPr>
        <p:spPr>
          <a:xfrm>
            <a:off x="114120" y="318204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6"/>
                </a:moveTo>
                <a:cubicBezTo>
                  <a:pt x="72" y="32"/>
                  <a:pt x="66" y="8"/>
                  <a:pt x="50" y="1"/>
                </a:cubicBezTo>
                <a:cubicBezTo>
                  <a:pt x="32" y="-5"/>
                  <a:pt x="12" y="10"/>
                  <a:pt x="4" y="34"/>
                </a:cubicBezTo>
                <a:cubicBezTo>
                  <a:pt x="-5" y="58"/>
                  <a:pt x="1" y="82"/>
                  <a:pt x="18" y="88"/>
                </a:cubicBezTo>
                <a:cubicBezTo>
                  <a:pt x="34" y="95"/>
                  <a:pt x="55" y="79"/>
                  <a:pt x="64" y="56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548" name=""/>
          <p:cNvSpPr/>
          <p:nvPr/>
        </p:nvSpPr>
        <p:spPr>
          <a:xfrm>
            <a:off x="124560" y="3191760"/>
            <a:ext cx="10440" cy="18000"/>
          </a:xfrm>
          <a:custGeom>
            <a:avLst/>
            <a:gdLst/>
            <a:ahLst/>
            <a:rect l="0" t="0" r="r" b="b"/>
            <a:pathLst>
              <a:path w="29" h="50">
                <a:moveTo>
                  <a:pt x="26" y="29"/>
                </a:moveTo>
                <a:cubicBezTo>
                  <a:pt x="31" y="15"/>
                  <a:pt x="30" y="3"/>
                  <a:pt x="24" y="1"/>
                </a:cubicBezTo>
                <a:cubicBezTo>
                  <a:pt x="17" y="-2"/>
                  <a:pt x="8" y="8"/>
                  <a:pt x="3" y="21"/>
                </a:cubicBezTo>
                <a:cubicBezTo>
                  <a:pt x="-2" y="34"/>
                  <a:pt x="-1" y="48"/>
                  <a:pt x="5" y="50"/>
                </a:cubicBezTo>
                <a:cubicBezTo>
                  <a:pt x="11" y="52"/>
                  <a:pt x="21" y="43"/>
                  <a:pt x="26" y="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49" name=""/>
          <p:cNvSpPr/>
          <p:nvPr/>
        </p:nvSpPr>
        <p:spPr>
          <a:xfrm>
            <a:off x="132120" y="3059640"/>
            <a:ext cx="129960" cy="103680"/>
          </a:xfrm>
          <a:custGeom>
            <a:avLst/>
            <a:gdLst/>
            <a:ahLst/>
            <a:rect l="0" t="0" r="r" b="b"/>
            <a:pathLst>
              <a:path w="361" h="288">
                <a:moveTo>
                  <a:pt x="31" y="230"/>
                </a:moveTo>
                <a:cubicBezTo>
                  <a:pt x="33" y="213"/>
                  <a:pt x="36" y="195"/>
                  <a:pt x="35" y="177"/>
                </a:cubicBezTo>
                <a:cubicBezTo>
                  <a:pt x="27" y="146"/>
                  <a:pt x="5" y="121"/>
                  <a:pt x="0" y="89"/>
                </a:cubicBezTo>
                <a:cubicBezTo>
                  <a:pt x="-3" y="62"/>
                  <a:pt x="14" y="32"/>
                  <a:pt x="42" y="26"/>
                </a:cubicBezTo>
                <a:cubicBezTo>
                  <a:pt x="70" y="18"/>
                  <a:pt x="96" y="34"/>
                  <a:pt x="116" y="51"/>
                </a:cubicBezTo>
                <a:cubicBezTo>
                  <a:pt x="127" y="58"/>
                  <a:pt x="137" y="73"/>
                  <a:pt x="147" y="76"/>
                </a:cubicBezTo>
                <a:cubicBezTo>
                  <a:pt x="149" y="59"/>
                  <a:pt x="150" y="40"/>
                  <a:pt x="161" y="25"/>
                </a:cubicBezTo>
                <a:cubicBezTo>
                  <a:pt x="170" y="12"/>
                  <a:pt x="184" y="-5"/>
                  <a:pt x="201" y="1"/>
                </a:cubicBezTo>
                <a:cubicBezTo>
                  <a:pt x="217" y="10"/>
                  <a:pt x="224" y="29"/>
                  <a:pt x="228" y="46"/>
                </a:cubicBezTo>
                <a:cubicBezTo>
                  <a:pt x="232" y="61"/>
                  <a:pt x="222" y="79"/>
                  <a:pt x="223" y="90"/>
                </a:cubicBezTo>
                <a:cubicBezTo>
                  <a:pt x="251" y="75"/>
                  <a:pt x="283" y="61"/>
                  <a:pt x="315" y="69"/>
                </a:cubicBezTo>
                <a:cubicBezTo>
                  <a:pt x="340" y="75"/>
                  <a:pt x="363" y="99"/>
                  <a:pt x="360" y="126"/>
                </a:cubicBezTo>
                <a:cubicBezTo>
                  <a:pt x="363" y="150"/>
                  <a:pt x="345" y="169"/>
                  <a:pt x="329" y="184"/>
                </a:cubicBezTo>
                <a:cubicBezTo>
                  <a:pt x="316" y="197"/>
                  <a:pt x="300" y="208"/>
                  <a:pt x="292" y="224"/>
                </a:cubicBezTo>
                <a:cubicBezTo>
                  <a:pt x="285" y="241"/>
                  <a:pt x="281" y="260"/>
                  <a:pt x="278" y="278"/>
                </a:cubicBezTo>
                <a:cubicBezTo>
                  <a:pt x="218" y="291"/>
                  <a:pt x="151" y="294"/>
                  <a:pt x="92" y="272"/>
                </a:cubicBezTo>
                <a:cubicBezTo>
                  <a:pt x="69" y="263"/>
                  <a:pt x="48" y="248"/>
                  <a:pt x="31" y="230"/>
                </a:cubicBez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</p:sp>
      <p:sp>
        <p:nvSpPr>
          <p:cNvPr id="550" name=""/>
          <p:cNvSpPr/>
          <p:nvPr/>
        </p:nvSpPr>
        <p:spPr>
          <a:xfrm>
            <a:off x="195120" y="324036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59"/>
                </a:moveTo>
                <a:lnTo>
                  <a:pt x="129" y="9"/>
                </a:lnTo>
                <a:cubicBezTo>
                  <a:pt x="132" y="2"/>
                  <a:pt x="140" y="-2"/>
                  <a:pt x="147" y="1"/>
                </a:cubicBezTo>
                <a:lnTo>
                  <a:pt x="158" y="5"/>
                </a:lnTo>
                <a:cubicBezTo>
                  <a:pt x="165" y="7"/>
                  <a:pt x="169" y="15"/>
                  <a:pt x="167" y="23"/>
                </a:cubicBezTo>
                <a:lnTo>
                  <a:pt x="38" y="373"/>
                </a:lnTo>
                <a:cubicBezTo>
                  <a:pt x="36" y="380"/>
                  <a:pt x="28" y="384"/>
                  <a:pt x="20" y="382"/>
                </a:cubicBezTo>
                <a:lnTo>
                  <a:pt x="9" y="377"/>
                </a:lnTo>
                <a:cubicBezTo>
                  <a:pt x="2" y="375"/>
                  <a:pt x="-2" y="367"/>
                  <a:pt x="1" y="359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551" name=""/>
          <p:cNvSpPr/>
          <p:nvPr/>
        </p:nvSpPr>
        <p:spPr>
          <a:xfrm>
            <a:off x="187920" y="3132720"/>
            <a:ext cx="153720" cy="136440"/>
          </a:xfrm>
          <a:custGeom>
            <a:avLst/>
            <a:gdLst/>
            <a:ahLst/>
            <a:rect l="0" t="0" r="r" b="b"/>
            <a:pathLst>
              <a:path w="427" h="379">
                <a:moveTo>
                  <a:pt x="1" y="247"/>
                </a:moveTo>
                <a:lnTo>
                  <a:pt x="88" y="9"/>
                </a:lnTo>
                <a:cubicBezTo>
                  <a:pt x="90" y="2"/>
                  <a:pt x="98" y="-2"/>
                  <a:pt x="106" y="1"/>
                </a:cubicBezTo>
                <a:lnTo>
                  <a:pt x="418" y="114"/>
                </a:lnTo>
                <a:cubicBezTo>
                  <a:pt x="426" y="117"/>
                  <a:pt x="429" y="125"/>
                  <a:pt x="427" y="132"/>
                </a:cubicBezTo>
                <a:lnTo>
                  <a:pt x="341" y="370"/>
                </a:lnTo>
                <a:cubicBezTo>
                  <a:pt x="338" y="377"/>
                  <a:pt x="330" y="381"/>
                  <a:pt x="323" y="378"/>
                </a:cubicBezTo>
                <a:lnTo>
                  <a:pt x="10" y="265"/>
                </a:lnTo>
                <a:cubicBezTo>
                  <a:pt x="2" y="262"/>
                  <a:pt x="-1" y="254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552" name=""/>
          <p:cNvSpPr/>
          <p:nvPr/>
        </p:nvSpPr>
        <p:spPr>
          <a:xfrm>
            <a:off x="196920" y="314172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4" y="10"/>
                </a:lnTo>
                <a:cubicBezTo>
                  <a:pt x="77" y="2"/>
                  <a:pt x="85" y="-1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6"/>
                  <a:pt x="292" y="330"/>
                  <a:pt x="285" y="328"/>
                </a:cubicBezTo>
                <a:lnTo>
                  <a:pt x="9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553" name=""/>
          <p:cNvSpPr/>
          <p:nvPr/>
        </p:nvSpPr>
        <p:spPr>
          <a:xfrm>
            <a:off x="81720" y="3042000"/>
            <a:ext cx="332640" cy="198360"/>
          </a:xfrm>
          <a:custGeom>
            <a:avLst/>
            <a:gdLst/>
            <a:ahLst/>
            <a:rect l="0" t="0" r="r" b="b"/>
            <a:pathLst>
              <a:path fill="none" w="924" h="551">
                <a:moveTo>
                  <a:pt x="924" y="551"/>
                </a:moveTo>
                <a:cubicBezTo>
                  <a:pt x="924" y="247"/>
                  <a:pt x="677" y="0"/>
                  <a:pt x="374" y="0"/>
                </a:cubicBezTo>
                <a:cubicBezTo>
                  <a:pt x="236" y="0"/>
                  <a:pt x="102" y="52"/>
                  <a:pt x="0" y="146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554" name=""/>
          <p:cNvSpPr/>
          <p:nvPr/>
        </p:nvSpPr>
        <p:spPr>
          <a:xfrm>
            <a:off x="69120" y="3081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6"/>
                </a:moveTo>
                <a:cubicBezTo>
                  <a:pt x="71" y="17"/>
                  <a:pt x="55" y="0"/>
                  <a:pt x="35" y="0"/>
                </a:cubicBezTo>
                <a:cubicBezTo>
                  <a:pt x="16" y="0"/>
                  <a:pt x="0" y="17"/>
                  <a:pt x="0" y="36"/>
                </a:cubicBezTo>
                <a:cubicBezTo>
                  <a:pt x="0" y="55"/>
                  <a:pt x="16" y="71"/>
                  <a:pt x="35" y="71"/>
                </a:cubicBezTo>
                <a:cubicBezTo>
                  <a:pt x="55" y="71"/>
                  <a:pt x="71" y="55"/>
                  <a:pt x="71" y="3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55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556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557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558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559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560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61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562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563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564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565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566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567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68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569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570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571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72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73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74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75" name=""/>
          <p:cNvSpPr txBox="1"/>
          <p:nvPr/>
        </p:nvSpPr>
        <p:spPr>
          <a:xfrm rot="1200000">
            <a:off x="228960" y="3130920"/>
            <a:ext cx="138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7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577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578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81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82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83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84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85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86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88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89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90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91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592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594" name=""/>
          <p:cNvSpPr/>
          <p:nvPr/>
        </p:nvSpPr>
        <p:spPr>
          <a:xfrm>
            <a:off x="0" y="308520"/>
            <a:ext cx="5760000" cy="295200"/>
          </a:xfrm>
          <a:custGeom>
            <a:avLst/>
            <a:gdLst/>
            <a:ahLst/>
            <a:rect l="0" t="0" r="r" b="b"/>
            <a:pathLst>
              <a:path w="16000" h="820">
                <a:moveTo>
                  <a:pt x="0" y="820"/>
                </a:moveTo>
                <a:lnTo>
                  <a:pt x="16000" y="820"/>
                </a:lnTo>
                <a:lnTo>
                  <a:pt x="16000" y="0"/>
                </a:lnTo>
                <a:lnTo>
                  <a:pt x="0" y="0"/>
                </a:lnTo>
                <a:lnTo>
                  <a:pt x="0" y="82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595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pic>
        <p:nvPicPr>
          <p:cNvPr id="596" name="" descr=""/>
          <p:cNvPicPr/>
          <p:nvPr/>
        </p:nvPicPr>
        <p:blipFill>
          <a:blip r:embed="rId2"/>
          <a:stretch/>
        </p:blipFill>
        <p:spPr>
          <a:xfrm>
            <a:off x="618120" y="901440"/>
            <a:ext cx="1763640" cy="1953000"/>
          </a:xfrm>
          <a:prstGeom prst="rect">
            <a:avLst/>
          </a:prstGeom>
          <a:ln w="0">
            <a:noFill/>
          </a:ln>
        </p:spPr>
      </p:pic>
      <p:sp>
        <p:nvSpPr>
          <p:cNvPr id="597" name=""/>
          <p:cNvSpPr txBox="1"/>
          <p:nvPr/>
        </p:nvSpPr>
        <p:spPr>
          <a:xfrm>
            <a:off x="108000" y="354960"/>
            <a:ext cx="1975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Struktura sieciowa wody</a:t>
            </a:r>
            <a:endParaRPr b="0" lang="pl-PL" sz="1430" spc="-1" strike="noStrike"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290880" y="2920320"/>
            <a:ext cx="19897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4c004c"/>
                </a:solidFill>
                <a:latin typeface="Arial"/>
              </a:rPr>
              <a:t>Rysunek:</a:t>
            </a:r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 Struktura lodu: du»e kulki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2229840" y="2920320"/>
            <a:ext cx="4852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to atomy</a:t>
            </a:r>
            <a:endParaRPr b="0" lang="pl-PL" sz="989" spc="-1" strike="noStrike">
              <a:latin typeface="Times New Roman"/>
            </a:endParaRPr>
          </a:p>
        </p:txBody>
      </p:sp>
      <p:pic>
        <p:nvPicPr>
          <p:cNvPr id="600" name="" descr=""/>
          <p:cNvPicPr/>
          <p:nvPr/>
        </p:nvPicPr>
        <p:blipFill>
          <a:blip r:embed="rId3"/>
          <a:stretch/>
        </p:blipFill>
        <p:spPr>
          <a:xfrm>
            <a:off x="3377880" y="819720"/>
            <a:ext cx="1763640" cy="2116440"/>
          </a:xfrm>
          <a:prstGeom prst="rect">
            <a:avLst/>
          </a:prstGeom>
          <a:ln w="0">
            <a:noFill/>
          </a:ln>
        </p:spPr>
      </p:pic>
      <p:sp>
        <p:nvSpPr>
          <p:cNvPr id="601" name=""/>
          <p:cNvSpPr txBox="1"/>
          <p:nvPr/>
        </p:nvSpPr>
        <p:spPr>
          <a:xfrm>
            <a:off x="633600" y="3041640"/>
            <a:ext cx="18111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tlenu, mniejsze to atomy wodoru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3278160" y="3002040"/>
            <a:ext cx="20656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4c004c"/>
                </a:solidFill>
                <a:latin typeface="Arial"/>
              </a:rPr>
              <a:t>Rysunek:</a:t>
            </a:r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 Wi¡zania wodorowe mi¦dzy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3760560" y="3123720"/>
            <a:ext cx="7351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cz¡steczkami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605" name=""/>
          <p:cNvSpPr txBox="1"/>
          <p:nvPr/>
        </p:nvSpPr>
        <p:spPr>
          <a:xfrm>
            <a:off x="4485960" y="3123720"/>
            <a:ext cx="2962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wody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609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610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611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612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613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614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615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616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617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618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619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620" name=""/>
          <p:cNvSpPr/>
          <p:nvPr/>
        </p:nvSpPr>
        <p:spPr>
          <a:xfrm>
            <a:off x="64080" y="3218040"/>
            <a:ext cx="287640" cy="191520"/>
          </a:xfrm>
          <a:custGeom>
            <a:avLst/>
            <a:gdLst/>
            <a:ahLst/>
            <a:rect l="0" t="0" r="r" b="b"/>
            <a:pathLst>
              <a:path w="799" h="532">
                <a:moveTo>
                  <a:pt x="162" y="110"/>
                </a:moveTo>
                <a:cubicBezTo>
                  <a:pt x="63" y="127"/>
                  <a:pt x="-93" y="305"/>
                  <a:pt x="72" y="465"/>
                </a:cubicBezTo>
                <a:cubicBezTo>
                  <a:pt x="239" y="623"/>
                  <a:pt x="1104" y="517"/>
                  <a:pt x="685" y="0"/>
                </a:cubicBezTo>
                <a:cubicBezTo>
                  <a:pt x="333" y="190"/>
                  <a:pt x="454" y="16"/>
                  <a:pt x="162" y="110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621" name=""/>
          <p:cNvSpPr/>
          <p:nvPr/>
        </p:nvSpPr>
        <p:spPr>
          <a:xfrm>
            <a:off x="106200" y="311652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1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1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622" name=""/>
          <p:cNvSpPr/>
          <p:nvPr/>
        </p:nvSpPr>
        <p:spPr>
          <a:xfrm>
            <a:off x="89640" y="3209040"/>
            <a:ext cx="90360" cy="49320"/>
          </a:xfrm>
          <a:custGeom>
            <a:avLst/>
            <a:gdLst/>
            <a:ahLst/>
            <a:rect l="0" t="0" r="r" b="b"/>
            <a:pathLst>
              <a:path w="251" h="137">
                <a:moveTo>
                  <a:pt x="48" y="4"/>
                </a:moveTo>
                <a:cubicBezTo>
                  <a:pt x="144" y="-19"/>
                  <a:pt x="102" y="73"/>
                  <a:pt x="251" y="45"/>
                </a:cubicBezTo>
                <a:cubicBezTo>
                  <a:pt x="-81" y="255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623" name=""/>
          <p:cNvSpPr/>
          <p:nvPr/>
        </p:nvSpPr>
        <p:spPr>
          <a:xfrm>
            <a:off x="153000" y="3177360"/>
            <a:ext cx="27360" cy="35280"/>
          </a:xfrm>
          <a:custGeom>
            <a:avLst/>
            <a:gdLst/>
            <a:ahLst/>
            <a:rect l="0" t="0" r="r" b="b"/>
            <a:pathLst>
              <a:path w="76" h="98">
                <a:moveTo>
                  <a:pt x="72" y="62"/>
                </a:moveTo>
                <a:cubicBezTo>
                  <a:pt x="82" y="35"/>
                  <a:pt x="75" y="9"/>
                  <a:pt x="55" y="2"/>
                </a:cubicBezTo>
                <a:cubicBezTo>
                  <a:pt x="36" y="-5"/>
                  <a:pt x="14" y="11"/>
                  <a:pt x="4" y="37"/>
                </a:cubicBezTo>
                <a:cubicBezTo>
                  <a:pt x="-5" y="64"/>
                  <a:pt x="2" y="90"/>
                  <a:pt x="21" y="97"/>
                </a:cubicBezTo>
                <a:cubicBezTo>
                  <a:pt x="39" y="104"/>
                  <a:pt x="62" y="88"/>
                  <a:pt x="72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624" name=""/>
          <p:cNvSpPr/>
          <p:nvPr/>
        </p:nvSpPr>
        <p:spPr>
          <a:xfrm>
            <a:off x="164160" y="318780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1" y="34"/>
                </a:moveTo>
                <a:cubicBezTo>
                  <a:pt x="37" y="18"/>
                  <a:pt x="35" y="4"/>
                  <a:pt x="28" y="1"/>
                </a:cubicBezTo>
                <a:cubicBezTo>
                  <a:pt x="19" y="-2"/>
                  <a:pt x="9" y="8"/>
                  <a:pt x="3" y="23"/>
                </a:cubicBezTo>
                <a:cubicBezTo>
                  <a:pt x="-2" y="39"/>
                  <a:pt x="0" y="53"/>
                  <a:pt x="7" y="56"/>
                </a:cubicBezTo>
                <a:cubicBezTo>
                  <a:pt x="14" y="58"/>
                  <a:pt x="26" y="49"/>
                  <a:pt x="31" y="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625" name=""/>
          <p:cNvSpPr/>
          <p:nvPr/>
        </p:nvSpPr>
        <p:spPr>
          <a:xfrm>
            <a:off x="114120" y="316800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5"/>
                </a:moveTo>
                <a:cubicBezTo>
                  <a:pt x="72" y="31"/>
                  <a:pt x="66" y="7"/>
                  <a:pt x="50" y="1"/>
                </a:cubicBezTo>
                <a:cubicBezTo>
                  <a:pt x="32" y="-5"/>
                  <a:pt x="12" y="9"/>
                  <a:pt x="4" y="33"/>
                </a:cubicBezTo>
                <a:cubicBezTo>
                  <a:pt x="-5" y="58"/>
                  <a:pt x="1" y="82"/>
                  <a:pt x="18" y="88"/>
                </a:cubicBezTo>
                <a:cubicBezTo>
                  <a:pt x="34" y="94"/>
                  <a:pt x="55" y="79"/>
                  <a:pt x="64" y="55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626" name=""/>
          <p:cNvSpPr/>
          <p:nvPr/>
        </p:nvSpPr>
        <p:spPr>
          <a:xfrm>
            <a:off x="124560" y="3178080"/>
            <a:ext cx="10440" cy="18360"/>
          </a:xfrm>
          <a:custGeom>
            <a:avLst/>
            <a:gdLst/>
            <a:ahLst/>
            <a:rect l="0" t="0" r="r" b="b"/>
            <a:pathLst>
              <a:path w="29" h="51">
                <a:moveTo>
                  <a:pt x="26" y="30"/>
                </a:moveTo>
                <a:cubicBezTo>
                  <a:pt x="31" y="15"/>
                  <a:pt x="30" y="3"/>
                  <a:pt x="24" y="0"/>
                </a:cubicBezTo>
                <a:cubicBezTo>
                  <a:pt x="17" y="-2"/>
                  <a:pt x="8" y="7"/>
                  <a:pt x="3" y="21"/>
                </a:cubicBezTo>
                <a:cubicBezTo>
                  <a:pt x="-2" y="35"/>
                  <a:pt x="-1" y="48"/>
                  <a:pt x="5" y="50"/>
                </a:cubicBezTo>
                <a:cubicBezTo>
                  <a:pt x="11" y="52"/>
                  <a:pt x="21" y="43"/>
                  <a:pt x="26" y="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627" name=""/>
          <p:cNvSpPr/>
          <p:nvPr/>
        </p:nvSpPr>
        <p:spPr>
          <a:xfrm>
            <a:off x="107280" y="3105360"/>
            <a:ext cx="145800" cy="98640"/>
          </a:xfrm>
          <a:custGeom>
            <a:avLst/>
            <a:gdLst/>
            <a:ahLst/>
            <a:rect l="0" t="0" r="r" b="b"/>
            <a:pathLst>
              <a:path w="405" h="274">
                <a:moveTo>
                  <a:pt x="400" y="267"/>
                </a:moveTo>
                <a:cubicBezTo>
                  <a:pt x="459" y="-36"/>
                  <a:pt x="-14" y="-126"/>
                  <a:pt x="0" y="238"/>
                </a:cubicBezTo>
                <a:cubicBezTo>
                  <a:pt x="7" y="125"/>
                  <a:pt x="151" y="93"/>
                  <a:pt x="151" y="93"/>
                </a:cubicBezTo>
                <a:cubicBezTo>
                  <a:pt x="282" y="253"/>
                  <a:pt x="373" y="294"/>
                  <a:pt x="400" y="267"/>
                </a:cubicBezTo>
                <a:close/>
              </a:path>
            </a:pathLst>
          </a:custGeom>
          <a:solidFill>
            <a:srgbClr val="bf8040"/>
          </a:solidFill>
          <a:ln w="0">
            <a:noFill/>
          </a:ln>
        </p:spPr>
      </p:sp>
      <p:sp>
        <p:nvSpPr>
          <p:cNvPr id="628" name=""/>
          <p:cNvSpPr/>
          <p:nvPr/>
        </p:nvSpPr>
        <p:spPr>
          <a:xfrm>
            <a:off x="195120" y="322668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59"/>
                </a:moveTo>
                <a:lnTo>
                  <a:pt x="129" y="10"/>
                </a:lnTo>
                <a:cubicBezTo>
                  <a:pt x="132" y="3"/>
                  <a:pt x="140" y="-1"/>
                  <a:pt x="147" y="1"/>
                </a:cubicBezTo>
                <a:lnTo>
                  <a:pt x="158" y="5"/>
                </a:lnTo>
                <a:cubicBezTo>
                  <a:pt x="165" y="8"/>
                  <a:pt x="169" y="16"/>
                  <a:pt x="167" y="24"/>
                </a:cubicBezTo>
                <a:lnTo>
                  <a:pt x="38" y="374"/>
                </a:lnTo>
                <a:cubicBezTo>
                  <a:pt x="36" y="381"/>
                  <a:pt x="28" y="385"/>
                  <a:pt x="20" y="382"/>
                </a:cubicBezTo>
                <a:lnTo>
                  <a:pt x="9" y="378"/>
                </a:lnTo>
                <a:cubicBezTo>
                  <a:pt x="2" y="376"/>
                  <a:pt x="-2" y="367"/>
                  <a:pt x="1" y="359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629" name=""/>
          <p:cNvSpPr/>
          <p:nvPr/>
        </p:nvSpPr>
        <p:spPr>
          <a:xfrm>
            <a:off x="187920" y="3119040"/>
            <a:ext cx="153720" cy="136800"/>
          </a:xfrm>
          <a:custGeom>
            <a:avLst/>
            <a:gdLst/>
            <a:ahLst/>
            <a:rect l="0" t="0" r="r" b="b"/>
            <a:pathLst>
              <a:path w="427" h="380">
                <a:moveTo>
                  <a:pt x="1" y="247"/>
                </a:moveTo>
                <a:lnTo>
                  <a:pt x="88" y="10"/>
                </a:lnTo>
                <a:cubicBezTo>
                  <a:pt x="90" y="3"/>
                  <a:pt x="98" y="-1"/>
                  <a:pt x="106" y="1"/>
                </a:cubicBezTo>
                <a:lnTo>
                  <a:pt x="418" y="115"/>
                </a:lnTo>
                <a:cubicBezTo>
                  <a:pt x="426" y="118"/>
                  <a:pt x="429" y="126"/>
                  <a:pt x="427" y="133"/>
                </a:cubicBezTo>
                <a:lnTo>
                  <a:pt x="341" y="371"/>
                </a:lnTo>
                <a:cubicBezTo>
                  <a:pt x="338" y="378"/>
                  <a:pt x="330" y="382"/>
                  <a:pt x="323" y="379"/>
                </a:cubicBezTo>
                <a:lnTo>
                  <a:pt x="10" y="266"/>
                </a:lnTo>
                <a:cubicBezTo>
                  <a:pt x="2" y="263"/>
                  <a:pt x="-1" y="255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630" name=""/>
          <p:cNvSpPr/>
          <p:nvPr/>
        </p:nvSpPr>
        <p:spPr>
          <a:xfrm>
            <a:off x="196920" y="312804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4" y="9"/>
                </a:lnTo>
                <a:cubicBezTo>
                  <a:pt x="77" y="2"/>
                  <a:pt x="85" y="-2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6"/>
                  <a:pt x="292" y="330"/>
                  <a:pt x="285" y="327"/>
                </a:cubicBezTo>
                <a:lnTo>
                  <a:pt x="9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631" name=""/>
          <p:cNvSpPr/>
          <p:nvPr/>
        </p:nvSpPr>
        <p:spPr>
          <a:xfrm>
            <a:off x="41760" y="3042000"/>
            <a:ext cx="372600" cy="198360"/>
          </a:xfrm>
          <a:custGeom>
            <a:avLst/>
            <a:gdLst/>
            <a:ahLst/>
            <a:rect l="0" t="0" r="r" b="b"/>
            <a:pathLst>
              <a:path fill="none" w="1035" h="551">
                <a:moveTo>
                  <a:pt x="1035" y="551"/>
                </a:moveTo>
                <a:cubicBezTo>
                  <a:pt x="1035" y="247"/>
                  <a:pt x="788" y="0"/>
                  <a:pt x="485" y="0"/>
                </a:cubicBezTo>
                <a:cubicBezTo>
                  <a:pt x="282" y="0"/>
                  <a:pt x="96" y="111"/>
                  <a:pt x="0" y="289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632" name=""/>
          <p:cNvSpPr/>
          <p:nvPr/>
        </p:nvSpPr>
        <p:spPr>
          <a:xfrm>
            <a:off x="29160" y="3133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6"/>
                </a:moveTo>
                <a:cubicBezTo>
                  <a:pt x="71" y="16"/>
                  <a:pt x="55" y="0"/>
                  <a:pt x="36" y="0"/>
                </a:cubicBezTo>
                <a:cubicBezTo>
                  <a:pt x="15" y="0"/>
                  <a:pt x="0" y="16"/>
                  <a:pt x="0" y="36"/>
                </a:cubicBezTo>
                <a:cubicBezTo>
                  <a:pt x="0" y="55"/>
                  <a:pt x="15" y="71"/>
                  <a:pt x="36" y="71"/>
                </a:cubicBezTo>
                <a:cubicBezTo>
                  <a:pt x="55" y="71"/>
                  <a:pt x="71" y="55"/>
                  <a:pt x="71" y="3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633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634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635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636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637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638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639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640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641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642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643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644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645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646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647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648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649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650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651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652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653" name=""/>
          <p:cNvSpPr txBox="1"/>
          <p:nvPr/>
        </p:nvSpPr>
        <p:spPr>
          <a:xfrm rot="1200000">
            <a:off x="228960" y="3116880"/>
            <a:ext cx="138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8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655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656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659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660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661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662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663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664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666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667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668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669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670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672" name=""/>
          <p:cNvSpPr/>
          <p:nvPr/>
        </p:nvSpPr>
        <p:spPr>
          <a:xfrm>
            <a:off x="0" y="308520"/>
            <a:ext cx="5760000" cy="295200"/>
          </a:xfrm>
          <a:custGeom>
            <a:avLst/>
            <a:gdLst/>
            <a:ahLst/>
            <a:rect l="0" t="0" r="r" b="b"/>
            <a:pathLst>
              <a:path w="16000" h="820">
                <a:moveTo>
                  <a:pt x="0" y="820"/>
                </a:moveTo>
                <a:lnTo>
                  <a:pt x="16000" y="820"/>
                </a:lnTo>
                <a:lnTo>
                  <a:pt x="16000" y="0"/>
                </a:lnTo>
                <a:lnTo>
                  <a:pt x="0" y="0"/>
                </a:lnTo>
                <a:lnTo>
                  <a:pt x="0" y="82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673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108000" y="354960"/>
            <a:ext cx="50076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Model</a:t>
            </a:r>
            <a:endParaRPr b="0" lang="pl-PL" sz="1430" spc="-1" strike="noStrike">
              <a:latin typeface="Times New Roman"/>
            </a:endParaRPr>
          </a:p>
        </p:txBody>
      </p:sp>
      <p:pic>
        <p:nvPicPr>
          <p:cNvPr id="675" name="" descr=""/>
          <p:cNvPicPr/>
          <p:nvPr/>
        </p:nvPicPr>
        <p:blipFill>
          <a:blip r:embed="rId2"/>
          <a:stretch/>
        </p:blipFill>
        <p:spPr>
          <a:xfrm>
            <a:off x="340920" y="997200"/>
            <a:ext cx="1814040" cy="1611000"/>
          </a:xfrm>
          <a:prstGeom prst="rect">
            <a:avLst/>
          </a:prstGeom>
          <a:ln w="0">
            <a:noFill/>
          </a:ln>
        </p:spPr>
      </p:pic>
      <p:sp>
        <p:nvSpPr>
          <p:cNvPr id="676" name=""/>
          <p:cNvSpPr txBox="1"/>
          <p:nvPr/>
        </p:nvSpPr>
        <p:spPr>
          <a:xfrm>
            <a:off x="617400" y="354960"/>
            <a:ext cx="124272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Franka-Evansa</a:t>
            </a:r>
            <a:endParaRPr b="0" lang="pl-PL" sz="1430" spc="-1" strike="noStrike"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285480" y="2673720"/>
            <a:ext cx="20458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4c004c"/>
                </a:solidFill>
                <a:latin typeface="Arial"/>
              </a:rPr>
              <a:t>Rysunek:</a:t>
            </a:r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 Struktura cz¡steczek wody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531360" y="2795400"/>
            <a:ext cx="15278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dookoªa fulerenu w modelu</a:t>
            </a:r>
            <a:endParaRPr b="0" lang="pl-PL" sz="989" spc="-1" strike="noStrike">
              <a:latin typeface="Times New Roman"/>
            </a:endParaRPr>
          </a:p>
        </p:txBody>
      </p:sp>
      <p:pic>
        <p:nvPicPr>
          <p:cNvPr id="679" name="" descr=""/>
          <p:cNvPicPr/>
          <p:nvPr/>
        </p:nvPicPr>
        <p:blipFill>
          <a:blip r:embed="rId3"/>
          <a:stretch/>
        </p:blipFill>
        <p:spPr>
          <a:xfrm>
            <a:off x="2647080" y="878760"/>
            <a:ext cx="2721240" cy="1212480"/>
          </a:xfrm>
          <a:prstGeom prst="rect">
            <a:avLst/>
          </a:prstGeom>
          <a:ln w="0">
            <a:noFill/>
          </a:ln>
        </p:spPr>
      </p:pic>
      <p:sp>
        <p:nvSpPr>
          <p:cNvPr id="680" name=""/>
          <p:cNvSpPr txBox="1"/>
          <p:nvPr/>
        </p:nvSpPr>
        <p:spPr>
          <a:xfrm>
            <a:off x="628920" y="2916720"/>
            <a:ext cx="13251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Franka-Evansa (za: [2])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2603520" y="2156760"/>
            <a:ext cx="30258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4c004c"/>
                </a:solidFill>
                <a:latin typeface="Arial"/>
              </a:rPr>
              <a:t>Rysunek:</a:t>
            </a:r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 Ilustracja modelu Franka-Evansa w ró»nych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3606480" y="2278080"/>
            <a:ext cx="8510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temperaturach.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2528280" y="2399760"/>
            <a:ext cx="18799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W niskiej temperaturze cz¡steczki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4365000" y="2399760"/>
            <a:ext cx="11408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wody przyjmuj¡ tylko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2500560" y="2521080"/>
            <a:ext cx="7930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kilka orientacji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3307680" y="2521080"/>
            <a:ext cx="23187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(niska entropia), aby unikn¡¢ marnowania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2517120" y="2656800"/>
            <a:ext cx="23691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wi¡za« wodorowych. Wi¦kszo±¢ kon_x001c_guracji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4870440" y="2656800"/>
            <a:ext cx="6544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wody jest w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2531880" y="2778120"/>
            <a:ext cx="2858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peªni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2835720" y="2778120"/>
            <a:ext cx="11314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zwi¡zana wi¡zaniami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3974760" y="2778120"/>
            <a:ext cx="7034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wodorowymi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4669920" y="2778120"/>
            <a:ext cx="8722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(niska energia).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2495880" y="2913840"/>
            <a:ext cx="19299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W gor¡cej wodzie wi¦cej kon_x001c_guracji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4470840" y="2913840"/>
            <a:ext cx="10735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staje si¦ dost¦pnych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696" name=""/>
          <p:cNvSpPr txBox="1"/>
          <p:nvPr/>
        </p:nvSpPr>
        <p:spPr>
          <a:xfrm>
            <a:off x="2748960" y="3035160"/>
            <a:ext cx="26478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kosztem zrywania wi¡za« wodorowych. (za: [3])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00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01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02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03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04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05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06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07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08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09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710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711" name=""/>
          <p:cNvSpPr/>
          <p:nvPr/>
        </p:nvSpPr>
        <p:spPr>
          <a:xfrm>
            <a:off x="64080" y="3218040"/>
            <a:ext cx="287640" cy="191520"/>
          </a:xfrm>
          <a:custGeom>
            <a:avLst/>
            <a:gdLst/>
            <a:ahLst/>
            <a:rect l="0" t="0" r="r" b="b"/>
            <a:pathLst>
              <a:path w="799" h="532">
                <a:moveTo>
                  <a:pt x="162" y="110"/>
                </a:moveTo>
                <a:cubicBezTo>
                  <a:pt x="63" y="127"/>
                  <a:pt x="-93" y="305"/>
                  <a:pt x="72" y="465"/>
                </a:cubicBezTo>
                <a:cubicBezTo>
                  <a:pt x="239" y="623"/>
                  <a:pt x="1104" y="517"/>
                  <a:pt x="685" y="0"/>
                </a:cubicBezTo>
                <a:cubicBezTo>
                  <a:pt x="333" y="190"/>
                  <a:pt x="454" y="16"/>
                  <a:pt x="162" y="110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712" name=""/>
          <p:cNvSpPr/>
          <p:nvPr/>
        </p:nvSpPr>
        <p:spPr>
          <a:xfrm>
            <a:off x="106200" y="311652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1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1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713" name=""/>
          <p:cNvSpPr/>
          <p:nvPr/>
        </p:nvSpPr>
        <p:spPr>
          <a:xfrm>
            <a:off x="89640" y="3209040"/>
            <a:ext cx="90360" cy="49320"/>
          </a:xfrm>
          <a:custGeom>
            <a:avLst/>
            <a:gdLst/>
            <a:ahLst/>
            <a:rect l="0" t="0" r="r" b="b"/>
            <a:pathLst>
              <a:path w="251" h="137">
                <a:moveTo>
                  <a:pt x="48" y="4"/>
                </a:moveTo>
                <a:cubicBezTo>
                  <a:pt x="144" y="-19"/>
                  <a:pt x="102" y="73"/>
                  <a:pt x="251" y="45"/>
                </a:cubicBezTo>
                <a:cubicBezTo>
                  <a:pt x="-81" y="255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714" name=""/>
          <p:cNvSpPr/>
          <p:nvPr/>
        </p:nvSpPr>
        <p:spPr>
          <a:xfrm>
            <a:off x="153000" y="3177360"/>
            <a:ext cx="27360" cy="35280"/>
          </a:xfrm>
          <a:custGeom>
            <a:avLst/>
            <a:gdLst/>
            <a:ahLst/>
            <a:rect l="0" t="0" r="r" b="b"/>
            <a:pathLst>
              <a:path w="76" h="98">
                <a:moveTo>
                  <a:pt x="72" y="62"/>
                </a:moveTo>
                <a:cubicBezTo>
                  <a:pt x="82" y="35"/>
                  <a:pt x="75" y="9"/>
                  <a:pt x="55" y="2"/>
                </a:cubicBezTo>
                <a:cubicBezTo>
                  <a:pt x="36" y="-5"/>
                  <a:pt x="14" y="11"/>
                  <a:pt x="4" y="37"/>
                </a:cubicBezTo>
                <a:cubicBezTo>
                  <a:pt x="-5" y="64"/>
                  <a:pt x="2" y="90"/>
                  <a:pt x="21" y="97"/>
                </a:cubicBezTo>
                <a:cubicBezTo>
                  <a:pt x="39" y="104"/>
                  <a:pt x="62" y="88"/>
                  <a:pt x="72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715" name=""/>
          <p:cNvSpPr/>
          <p:nvPr/>
        </p:nvSpPr>
        <p:spPr>
          <a:xfrm>
            <a:off x="164160" y="318780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1" y="34"/>
                </a:moveTo>
                <a:cubicBezTo>
                  <a:pt x="37" y="18"/>
                  <a:pt x="35" y="4"/>
                  <a:pt x="28" y="1"/>
                </a:cubicBezTo>
                <a:cubicBezTo>
                  <a:pt x="19" y="-2"/>
                  <a:pt x="9" y="8"/>
                  <a:pt x="3" y="23"/>
                </a:cubicBezTo>
                <a:cubicBezTo>
                  <a:pt x="-2" y="39"/>
                  <a:pt x="0" y="53"/>
                  <a:pt x="7" y="56"/>
                </a:cubicBezTo>
                <a:cubicBezTo>
                  <a:pt x="14" y="58"/>
                  <a:pt x="26" y="49"/>
                  <a:pt x="31" y="3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16" name=""/>
          <p:cNvSpPr/>
          <p:nvPr/>
        </p:nvSpPr>
        <p:spPr>
          <a:xfrm>
            <a:off x="114120" y="316800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5"/>
                </a:moveTo>
                <a:cubicBezTo>
                  <a:pt x="72" y="31"/>
                  <a:pt x="66" y="7"/>
                  <a:pt x="50" y="1"/>
                </a:cubicBezTo>
                <a:cubicBezTo>
                  <a:pt x="32" y="-5"/>
                  <a:pt x="12" y="9"/>
                  <a:pt x="4" y="33"/>
                </a:cubicBezTo>
                <a:cubicBezTo>
                  <a:pt x="-5" y="58"/>
                  <a:pt x="1" y="82"/>
                  <a:pt x="18" y="88"/>
                </a:cubicBezTo>
                <a:cubicBezTo>
                  <a:pt x="34" y="94"/>
                  <a:pt x="55" y="79"/>
                  <a:pt x="64" y="55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717" name=""/>
          <p:cNvSpPr/>
          <p:nvPr/>
        </p:nvSpPr>
        <p:spPr>
          <a:xfrm>
            <a:off x="124560" y="3178080"/>
            <a:ext cx="10440" cy="18360"/>
          </a:xfrm>
          <a:custGeom>
            <a:avLst/>
            <a:gdLst/>
            <a:ahLst/>
            <a:rect l="0" t="0" r="r" b="b"/>
            <a:pathLst>
              <a:path w="29" h="51">
                <a:moveTo>
                  <a:pt x="26" y="30"/>
                </a:moveTo>
                <a:cubicBezTo>
                  <a:pt x="31" y="15"/>
                  <a:pt x="30" y="3"/>
                  <a:pt x="24" y="0"/>
                </a:cubicBezTo>
                <a:cubicBezTo>
                  <a:pt x="17" y="-2"/>
                  <a:pt x="8" y="7"/>
                  <a:pt x="3" y="21"/>
                </a:cubicBezTo>
                <a:cubicBezTo>
                  <a:pt x="-2" y="35"/>
                  <a:pt x="-1" y="48"/>
                  <a:pt x="5" y="50"/>
                </a:cubicBezTo>
                <a:cubicBezTo>
                  <a:pt x="11" y="52"/>
                  <a:pt x="21" y="43"/>
                  <a:pt x="26" y="3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18" name=""/>
          <p:cNvSpPr/>
          <p:nvPr/>
        </p:nvSpPr>
        <p:spPr>
          <a:xfrm>
            <a:off x="110520" y="3091320"/>
            <a:ext cx="175680" cy="179280"/>
          </a:xfrm>
          <a:custGeom>
            <a:avLst/>
            <a:gdLst/>
            <a:ahLst/>
            <a:rect l="0" t="0" r="r" b="b"/>
            <a:pathLst>
              <a:path w="488" h="498">
                <a:moveTo>
                  <a:pt x="0" y="200"/>
                </a:moveTo>
                <a:cubicBezTo>
                  <a:pt x="64" y="50"/>
                  <a:pt x="162" y="94"/>
                  <a:pt x="275" y="139"/>
                </a:cubicBezTo>
                <a:cubicBezTo>
                  <a:pt x="500" y="229"/>
                  <a:pt x="359" y="444"/>
                  <a:pt x="487" y="498"/>
                </a:cubicBezTo>
                <a:cubicBezTo>
                  <a:pt x="484" y="419"/>
                  <a:pt x="527" y="78"/>
                  <a:pt x="295" y="12"/>
                </a:cubicBezTo>
                <a:cubicBezTo>
                  <a:pt x="174" y="-22"/>
                  <a:pt x="42" y="8"/>
                  <a:pt x="0" y="200"/>
                </a:cubicBezTo>
                <a:close/>
              </a:path>
            </a:pathLst>
          </a:custGeom>
          <a:solidFill>
            <a:srgbClr val="cc0000"/>
          </a:solidFill>
          <a:ln w="0">
            <a:noFill/>
          </a:ln>
        </p:spPr>
      </p:sp>
      <p:sp>
        <p:nvSpPr>
          <p:cNvPr id="719" name=""/>
          <p:cNvSpPr/>
          <p:nvPr/>
        </p:nvSpPr>
        <p:spPr>
          <a:xfrm>
            <a:off x="106560" y="3117240"/>
            <a:ext cx="157320" cy="80640"/>
          </a:xfrm>
          <a:custGeom>
            <a:avLst/>
            <a:gdLst/>
            <a:ahLst/>
            <a:rect l="0" t="0" r="r" b="b"/>
            <a:pathLst>
              <a:path w="437" h="224">
                <a:moveTo>
                  <a:pt x="15" y="156"/>
                </a:moveTo>
                <a:cubicBezTo>
                  <a:pt x="-77" y="-72"/>
                  <a:pt x="271" y="-27"/>
                  <a:pt x="422" y="145"/>
                </a:cubicBezTo>
                <a:cubicBezTo>
                  <a:pt x="453" y="194"/>
                  <a:pt x="432" y="231"/>
                  <a:pt x="400" y="223"/>
                </a:cubicBezTo>
                <a:cubicBezTo>
                  <a:pt x="345" y="163"/>
                  <a:pt x="69" y="-59"/>
                  <a:pt x="15" y="156"/>
                </a:cubicBezTo>
                <a:close/>
              </a:path>
            </a:pathLst>
          </a:custGeom>
          <a:solidFill>
            <a:srgbClr val="f2e5d9"/>
          </a:solidFill>
          <a:ln w="0">
            <a:noFill/>
          </a:ln>
        </p:spPr>
      </p:sp>
      <p:sp>
        <p:nvSpPr>
          <p:cNvPr id="720" name=""/>
          <p:cNvSpPr/>
          <p:nvPr/>
        </p:nvSpPr>
        <p:spPr>
          <a:xfrm>
            <a:off x="254520" y="325404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137" y="68"/>
                </a:moveTo>
                <a:cubicBezTo>
                  <a:pt x="137" y="30"/>
                  <a:pt x="106" y="0"/>
                  <a:pt x="69" y="0"/>
                </a:cubicBezTo>
                <a:cubicBezTo>
                  <a:pt x="30" y="0"/>
                  <a:pt x="0" y="30"/>
                  <a:pt x="0" y="68"/>
                </a:cubicBezTo>
                <a:cubicBezTo>
                  <a:pt x="0" y="107"/>
                  <a:pt x="30" y="137"/>
                  <a:pt x="69" y="137"/>
                </a:cubicBezTo>
                <a:cubicBezTo>
                  <a:pt x="106" y="137"/>
                  <a:pt x="137" y="107"/>
                  <a:pt x="137" y="68"/>
                </a:cubicBezTo>
                <a:close/>
              </a:path>
            </a:pathLst>
          </a:custGeom>
          <a:solidFill>
            <a:srgbClr val="f2e5d9"/>
          </a:solidFill>
          <a:ln w="0">
            <a:noFill/>
          </a:ln>
        </p:spPr>
      </p:sp>
      <p:sp>
        <p:nvSpPr>
          <p:cNvPr id="721" name=""/>
          <p:cNvSpPr/>
          <p:nvPr/>
        </p:nvSpPr>
        <p:spPr>
          <a:xfrm>
            <a:off x="195120" y="322668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59"/>
                </a:moveTo>
                <a:lnTo>
                  <a:pt x="129" y="10"/>
                </a:lnTo>
                <a:cubicBezTo>
                  <a:pt x="132" y="3"/>
                  <a:pt x="140" y="-1"/>
                  <a:pt x="147" y="1"/>
                </a:cubicBezTo>
                <a:lnTo>
                  <a:pt x="158" y="5"/>
                </a:lnTo>
                <a:cubicBezTo>
                  <a:pt x="165" y="8"/>
                  <a:pt x="169" y="16"/>
                  <a:pt x="167" y="24"/>
                </a:cubicBezTo>
                <a:lnTo>
                  <a:pt x="38" y="374"/>
                </a:lnTo>
                <a:cubicBezTo>
                  <a:pt x="36" y="381"/>
                  <a:pt x="28" y="385"/>
                  <a:pt x="20" y="382"/>
                </a:cubicBezTo>
                <a:lnTo>
                  <a:pt x="9" y="378"/>
                </a:lnTo>
                <a:cubicBezTo>
                  <a:pt x="2" y="376"/>
                  <a:pt x="-2" y="367"/>
                  <a:pt x="1" y="359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722" name=""/>
          <p:cNvSpPr/>
          <p:nvPr/>
        </p:nvSpPr>
        <p:spPr>
          <a:xfrm>
            <a:off x="187920" y="3119040"/>
            <a:ext cx="153720" cy="136800"/>
          </a:xfrm>
          <a:custGeom>
            <a:avLst/>
            <a:gdLst/>
            <a:ahLst/>
            <a:rect l="0" t="0" r="r" b="b"/>
            <a:pathLst>
              <a:path w="427" h="380">
                <a:moveTo>
                  <a:pt x="1" y="247"/>
                </a:moveTo>
                <a:lnTo>
                  <a:pt x="88" y="10"/>
                </a:lnTo>
                <a:cubicBezTo>
                  <a:pt x="90" y="3"/>
                  <a:pt x="98" y="-1"/>
                  <a:pt x="106" y="1"/>
                </a:cubicBezTo>
                <a:lnTo>
                  <a:pt x="418" y="115"/>
                </a:lnTo>
                <a:cubicBezTo>
                  <a:pt x="426" y="118"/>
                  <a:pt x="429" y="126"/>
                  <a:pt x="427" y="133"/>
                </a:cubicBezTo>
                <a:lnTo>
                  <a:pt x="341" y="371"/>
                </a:lnTo>
                <a:cubicBezTo>
                  <a:pt x="338" y="378"/>
                  <a:pt x="330" y="382"/>
                  <a:pt x="323" y="379"/>
                </a:cubicBezTo>
                <a:lnTo>
                  <a:pt x="10" y="266"/>
                </a:lnTo>
                <a:cubicBezTo>
                  <a:pt x="2" y="263"/>
                  <a:pt x="-1" y="255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723" name=""/>
          <p:cNvSpPr/>
          <p:nvPr/>
        </p:nvSpPr>
        <p:spPr>
          <a:xfrm>
            <a:off x="196920" y="312804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4" y="9"/>
                </a:lnTo>
                <a:cubicBezTo>
                  <a:pt x="77" y="2"/>
                  <a:pt x="85" y="-2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6"/>
                  <a:pt x="292" y="330"/>
                  <a:pt x="285" y="327"/>
                </a:cubicBezTo>
                <a:lnTo>
                  <a:pt x="9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724" name=""/>
          <p:cNvSpPr/>
          <p:nvPr/>
        </p:nvSpPr>
        <p:spPr>
          <a:xfrm>
            <a:off x="20520" y="3042000"/>
            <a:ext cx="393840" cy="198360"/>
          </a:xfrm>
          <a:custGeom>
            <a:avLst/>
            <a:gdLst/>
            <a:ahLst/>
            <a:rect l="0" t="0" r="r" b="b"/>
            <a:pathLst>
              <a:path fill="none" w="1094" h="551">
                <a:moveTo>
                  <a:pt x="1094" y="551"/>
                </a:moveTo>
                <a:cubicBezTo>
                  <a:pt x="1094" y="247"/>
                  <a:pt x="847" y="0"/>
                  <a:pt x="544" y="0"/>
                </a:cubicBezTo>
                <a:cubicBezTo>
                  <a:pt x="274" y="0"/>
                  <a:pt x="44" y="195"/>
                  <a:pt x="0" y="460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725" name=""/>
          <p:cNvSpPr/>
          <p:nvPr/>
        </p:nvSpPr>
        <p:spPr>
          <a:xfrm>
            <a:off x="7920" y="3194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5"/>
                </a:moveTo>
                <a:cubicBezTo>
                  <a:pt x="71" y="16"/>
                  <a:pt x="55" y="0"/>
                  <a:pt x="36" y="0"/>
                </a:cubicBezTo>
                <a:cubicBezTo>
                  <a:pt x="17" y="0"/>
                  <a:pt x="0" y="16"/>
                  <a:pt x="0" y="35"/>
                </a:cubicBezTo>
                <a:cubicBezTo>
                  <a:pt x="0" y="56"/>
                  <a:pt x="17" y="71"/>
                  <a:pt x="36" y="71"/>
                </a:cubicBezTo>
                <a:cubicBezTo>
                  <a:pt x="55" y="71"/>
                  <a:pt x="71" y="56"/>
                  <a:pt x="71" y="3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26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727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728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729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730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731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732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733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734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735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736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737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738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739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740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741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742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743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744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745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746" name=""/>
          <p:cNvSpPr txBox="1"/>
          <p:nvPr/>
        </p:nvSpPr>
        <p:spPr>
          <a:xfrm rot="1200000">
            <a:off x="228960" y="3116880"/>
            <a:ext cx="138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9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748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749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752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753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754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755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756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757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759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760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761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762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763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765" name=""/>
          <p:cNvSpPr/>
          <p:nvPr/>
        </p:nvSpPr>
        <p:spPr>
          <a:xfrm>
            <a:off x="0" y="308520"/>
            <a:ext cx="5760000" cy="295200"/>
          </a:xfrm>
          <a:custGeom>
            <a:avLst/>
            <a:gdLst/>
            <a:ahLst/>
            <a:rect l="0" t="0" r="r" b="b"/>
            <a:pathLst>
              <a:path w="16000" h="820">
                <a:moveTo>
                  <a:pt x="0" y="820"/>
                </a:moveTo>
                <a:lnTo>
                  <a:pt x="16000" y="820"/>
                </a:lnTo>
                <a:lnTo>
                  <a:pt x="16000" y="0"/>
                </a:lnTo>
                <a:lnTo>
                  <a:pt x="0" y="0"/>
                </a:lnTo>
                <a:lnTo>
                  <a:pt x="0" y="82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766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pic>
        <p:nvPicPr>
          <p:cNvPr id="767" name="" descr=""/>
          <p:cNvPicPr/>
          <p:nvPr/>
        </p:nvPicPr>
        <p:blipFill>
          <a:blip r:embed="rId2"/>
          <a:stretch/>
        </p:blipFill>
        <p:spPr>
          <a:xfrm>
            <a:off x="1620000" y="1049760"/>
            <a:ext cx="2519640" cy="1530000"/>
          </a:xfrm>
          <a:prstGeom prst="rect">
            <a:avLst/>
          </a:prstGeom>
          <a:ln w="0">
            <a:noFill/>
          </a:ln>
        </p:spPr>
      </p:pic>
      <p:sp>
        <p:nvSpPr>
          <p:cNvPr id="768" name=""/>
          <p:cNvSpPr txBox="1"/>
          <p:nvPr/>
        </p:nvSpPr>
        <p:spPr>
          <a:xfrm>
            <a:off x="108000" y="354960"/>
            <a:ext cx="41832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Am_x001c__x001c_le</a:t>
            </a:r>
            <a:endParaRPr b="0" lang="pl-PL" sz="1430" spc="-1" strike="noStrike"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770" name=""/>
          <p:cNvSpPr txBox="1"/>
          <p:nvPr/>
        </p:nvSpPr>
        <p:spPr>
          <a:xfrm>
            <a:off x="1334160" y="2645640"/>
            <a:ext cx="31586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4c004c"/>
                </a:solidFill>
                <a:latin typeface="Arial"/>
              </a:rPr>
              <a:t>Rysunek:</a:t>
            </a:r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 Glicerofosfolipid - przykªad am_x001c__x001c_lowej cz¡steczki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74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75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76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77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78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79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80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81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82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83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784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785" name=""/>
          <p:cNvSpPr/>
          <p:nvPr/>
        </p:nvSpPr>
        <p:spPr>
          <a:xfrm>
            <a:off x="47880" y="3224160"/>
            <a:ext cx="287280" cy="191160"/>
          </a:xfrm>
          <a:custGeom>
            <a:avLst/>
            <a:gdLst/>
            <a:ahLst/>
            <a:rect l="0" t="0" r="r" b="b"/>
            <a:pathLst>
              <a:path w="798" h="531">
                <a:moveTo>
                  <a:pt x="162" y="109"/>
                </a:moveTo>
                <a:cubicBezTo>
                  <a:pt x="64" y="127"/>
                  <a:pt x="-93" y="305"/>
                  <a:pt x="72" y="464"/>
                </a:cubicBezTo>
                <a:cubicBezTo>
                  <a:pt x="238" y="622"/>
                  <a:pt x="1104" y="516"/>
                  <a:pt x="685" y="0"/>
                </a:cubicBezTo>
                <a:cubicBezTo>
                  <a:pt x="333" y="189"/>
                  <a:pt x="454" y="16"/>
                  <a:pt x="162" y="109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786" name=""/>
          <p:cNvSpPr/>
          <p:nvPr/>
        </p:nvSpPr>
        <p:spPr>
          <a:xfrm>
            <a:off x="90000" y="312228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0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0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787" name=""/>
          <p:cNvSpPr/>
          <p:nvPr/>
        </p:nvSpPr>
        <p:spPr>
          <a:xfrm>
            <a:off x="73440" y="3215160"/>
            <a:ext cx="90360" cy="48960"/>
          </a:xfrm>
          <a:custGeom>
            <a:avLst/>
            <a:gdLst/>
            <a:ahLst/>
            <a:rect l="0" t="0" r="r" b="b"/>
            <a:pathLst>
              <a:path w="251" h="136">
                <a:moveTo>
                  <a:pt x="48" y="4"/>
                </a:moveTo>
                <a:cubicBezTo>
                  <a:pt x="143" y="-20"/>
                  <a:pt x="102" y="72"/>
                  <a:pt x="251" y="44"/>
                </a:cubicBezTo>
                <a:cubicBezTo>
                  <a:pt x="-82" y="254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788" name=""/>
          <p:cNvSpPr/>
          <p:nvPr/>
        </p:nvSpPr>
        <p:spPr>
          <a:xfrm>
            <a:off x="136800" y="3183120"/>
            <a:ext cx="27720" cy="35280"/>
          </a:xfrm>
          <a:custGeom>
            <a:avLst/>
            <a:gdLst/>
            <a:ahLst/>
            <a:rect l="0" t="0" r="r" b="b"/>
            <a:pathLst>
              <a:path w="77" h="98">
                <a:moveTo>
                  <a:pt x="73" y="62"/>
                </a:moveTo>
                <a:cubicBezTo>
                  <a:pt x="82" y="36"/>
                  <a:pt x="75" y="8"/>
                  <a:pt x="56" y="1"/>
                </a:cubicBezTo>
                <a:cubicBezTo>
                  <a:pt x="38" y="-5"/>
                  <a:pt x="14" y="10"/>
                  <a:pt x="4" y="37"/>
                </a:cubicBezTo>
                <a:cubicBezTo>
                  <a:pt x="-5" y="63"/>
                  <a:pt x="2" y="90"/>
                  <a:pt x="21" y="96"/>
                </a:cubicBezTo>
                <a:cubicBezTo>
                  <a:pt x="40" y="103"/>
                  <a:pt x="63" y="88"/>
                  <a:pt x="73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789" name=""/>
          <p:cNvSpPr/>
          <p:nvPr/>
        </p:nvSpPr>
        <p:spPr>
          <a:xfrm>
            <a:off x="147960" y="319356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0" y="33"/>
                </a:moveTo>
                <a:cubicBezTo>
                  <a:pt x="37" y="18"/>
                  <a:pt x="34" y="3"/>
                  <a:pt x="27" y="0"/>
                </a:cubicBezTo>
                <a:cubicBezTo>
                  <a:pt x="19" y="-2"/>
                  <a:pt x="9" y="8"/>
                  <a:pt x="4" y="23"/>
                </a:cubicBezTo>
                <a:cubicBezTo>
                  <a:pt x="-3" y="38"/>
                  <a:pt x="-1" y="52"/>
                  <a:pt x="7" y="55"/>
                </a:cubicBezTo>
                <a:cubicBezTo>
                  <a:pt x="15" y="58"/>
                  <a:pt x="25" y="48"/>
                  <a:pt x="3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90" name=""/>
          <p:cNvSpPr/>
          <p:nvPr/>
        </p:nvSpPr>
        <p:spPr>
          <a:xfrm>
            <a:off x="97920" y="317412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6"/>
                </a:moveTo>
                <a:cubicBezTo>
                  <a:pt x="72" y="32"/>
                  <a:pt x="66" y="7"/>
                  <a:pt x="50" y="1"/>
                </a:cubicBezTo>
                <a:cubicBezTo>
                  <a:pt x="34" y="-5"/>
                  <a:pt x="12" y="10"/>
                  <a:pt x="4" y="34"/>
                </a:cubicBezTo>
                <a:cubicBezTo>
                  <a:pt x="-5" y="58"/>
                  <a:pt x="1" y="82"/>
                  <a:pt x="18" y="88"/>
                </a:cubicBezTo>
                <a:cubicBezTo>
                  <a:pt x="35" y="94"/>
                  <a:pt x="55" y="80"/>
                  <a:pt x="64" y="56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791" name=""/>
          <p:cNvSpPr/>
          <p:nvPr/>
        </p:nvSpPr>
        <p:spPr>
          <a:xfrm>
            <a:off x="108360" y="3183840"/>
            <a:ext cx="10440" cy="18000"/>
          </a:xfrm>
          <a:custGeom>
            <a:avLst/>
            <a:gdLst/>
            <a:ahLst/>
            <a:rect l="0" t="0" r="r" b="b"/>
            <a:pathLst>
              <a:path w="29" h="50">
                <a:moveTo>
                  <a:pt x="26" y="29"/>
                </a:moveTo>
                <a:cubicBezTo>
                  <a:pt x="31" y="16"/>
                  <a:pt x="30" y="2"/>
                  <a:pt x="24" y="0"/>
                </a:cubicBezTo>
                <a:cubicBezTo>
                  <a:pt x="18" y="-2"/>
                  <a:pt x="8" y="7"/>
                  <a:pt x="3" y="21"/>
                </a:cubicBezTo>
                <a:cubicBezTo>
                  <a:pt x="-1" y="34"/>
                  <a:pt x="-1" y="47"/>
                  <a:pt x="5" y="49"/>
                </a:cubicBezTo>
                <a:cubicBezTo>
                  <a:pt x="12" y="51"/>
                  <a:pt x="21" y="42"/>
                  <a:pt x="26" y="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92" name=""/>
          <p:cNvSpPr/>
          <p:nvPr/>
        </p:nvSpPr>
        <p:spPr>
          <a:xfrm>
            <a:off x="82800" y="3209400"/>
            <a:ext cx="154440" cy="145800"/>
          </a:xfrm>
          <a:custGeom>
            <a:avLst/>
            <a:gdLst/>
            <a:ahLst/>
            <a:rect l="0" t="0" r="r" b="b"/>
            <a:pathLst>
              <a:path w="429" h="405">
                <a:moveTo>
                  <a:pt x="429" y="88"/>
                </a:moveTo>
                <a:cubicBezTo>
                  <a:pt x="429" y="62"/>
                  <a:pt x="406" y="40"/>
                  <a:pt x="380" y="40"/>
                </a:cubicBezTo>
                <a:cubicBezTo>
                  <a:pt x="353" y="40"/>
                  <a:pt x="332" y="62"/>
                  <a:pt x="332" y="88"/>
                </a:cubicBezTo>
                <a:cubicBezTo>
                  <a:pt x="332" y="115"/>
                  <a:pt x="353" y="136"/>
                  <a:pt x="380" y="136"/>
                </a:cubicBezTo>
                <a:cubicBezTo>
                  <a:pt x="406" y="136"/>
                  <a:pt x="429" y="115"/>
                  <a:pt x="429" y="88"/>
                </a:cubicBezTo>
                <a:moveTo>
                  <a:pt x="388" y="148"/>
                </a:moveTo>
                <a:cubicBezTo>
                  <a:pt x="388" y="122"/>
                  <a:pt x="366" y="100"/>
                  <a:pt x="340" y="100"/>
                </a:cubicBezTo>
                <a:cubicBezTo>
                  <a:pt x="313" y="100"/>
                  <a:pt x="292" y="122"/>
                  <a:pt x="292" y="148"/>
                </a:cubicBezTo>
                <a:cubicBezTo>
                  <a:pt x="292" y="176"/>
                  <a:pt x="313" y="197"/>
                  <a:pt x="340" y="197"/>
                </a:cubicBezTo>
                <a:cubicBezTo>
                  <a:pt x="366" y="197"/>
                  <a:pt x="388" y="176"/>
                  <a:pt x="388" y="148"/>
                </a:cubicBezTo>
                <a:moveTo>
                  <a:pt x="100" y="189"/>
                </a:moveTo>
                <a:cubicBezTo>
                  <a:pt x="100" y="166"/>
                  <a:pt x="82" y="148"/>
                  <a:pt x="60" y="148"/>
                </a:cubicBezTo>
                <a:cubicBezTo>
                  <a:pt x="38" y="148"/>
                  <a:pt x="20" y="166"/>
                  <a:pt x="20" y="189"/>
                </a:cubicBezTo>
                <a:cubicBezTo>
                  <a:pt x="20" y="211"/>
                  <a:pt x="38" y="229"/>
                  <a:pt x="60" y="229"/>
                </a:cubicBezTo>
                <a:cubicBezTo>
                  <a:pt x="82" y="229"/>
                  <a:pt x="100" y="211"/>
                  <a:pt x="100" y="189"/>
                </a:cubicBezTo>
                <a:moveTo>
                  <a:pt x="118" y="249"/>
                </a:moveTo>
                <a:cubicBezTo>
                  <a:pt x="118" y="223"/>
                  <a:pt x="96" y="201"/>
                  <a:pt x="70" y="201"/>
                </a:cubicBezTo>
                <a:cubicBezTo>
                  <a:pt x="43" y="201"/>
                  <a:pt x="22" y="223"/>
                  <a:pt x="22" y="249"/>
                </a:cubicBezTo>
                <a:cubicBezTo>
                  <a:pt x="22" y="276"/>
                  <a:pt x="43" y="297"/>
                  <a:pt x="70" y="297"/>
                </a:cubicBezTo>
                <a:cubicBezTo>
                  <a:pt x="96" y="297"/>
                  <a:pt x="118" y="276"/>
                  <a:pt x="118" y="249"/>
                </a:cubicBezTo>
                <a:moveTo>
                  <a:pt x="118" y="309"/>
                </a:moveTo>
                <a:cubicBezTo>
                  <a:pt x="118" y="283"/>
                  <a:pt x="96" y="261"/>
                  <a:pt x="70" y="261"/>
                </a:cubicBezTo>
                <a:cubicBezTo>
                  <a:pt x="43" y="261"/>
                  <a:pt x="22" y="283"/>
                  <a:pt x="22" y="309"/>
                </a:cubicBezTo>
                <a:cubicBezTo>
                  <a:pt x="22" y="336"/>
                  <a:pt x="43" y="357"/>
                  <a:pt x="70" y="357"/>
                </a:cubicBezTo>
                <a:cubicBezTo>
                  <a:pt x="96" y="357"/>
                  <a:pt x="118" y="336"/>
                  <a:pt x="118" y="309"/>
                </a:cubicBezTo>
                <a:moveTo>
                  <a:pt x="176" y="349"/>
                </a:moveTo>
                <a:cubicBezTo>
                  <a:pt x="176" y="318"/>
                  <a:pt x="151" y="293"/>
                  <a:pt x="120" y="293"/>
                </a:cubicBezTo>
                <a:cubicBezTo>
                  <a:pt x="89" y="293"/>
                  <a:pt x="64" y="318"/>
                  <a:pt x="64" y="349"/>
                </a:cubicBezTo>
                <a:cubicBezTo>
                  <a:pt x="64" y="380"/>
                  <a:pt x="89" y="405"/>
                  <a:pt x="120" y="405"/>
                </a:cubicBezTo>
                <a:cubicBezTo>
                  <a:pt x="151" y="405"/>
                  <a:pt x="176" y="380"/>
                  <a:pt x="176" y="349"/>
                </a:cubicBezTo>
                <a:moveTo>
                  <a:pt x="208" y="309"/>
                </a:moveTo>
                <a:cubicBezTo>
                  <a:pt x="208" y="283"/>
                  <a:pt x="186" y="261"/>
                  <a:pt x="160" y="261"/>
                </a:cubicBezTo>
                <a:cubicBezTo>
                  <a:pt x="133" y="261"/>
                  <a:pt x="112" y="283"/>
                  <a:pt x="112" y="309"/>
                </a:cubicBezTo>
                <a:cubicBezTo>
                  <a:pt x="112" y="336"/>
                  <a:pt x="133" y="357"/>
                  <a:pt x="160" y="357"/>
                </a:cubicBezTo>
                <a:cubicBezTo>
                  <a:pt x="186" y="357"/>
                  <a:pt x="208" y="336"/>
                  <a:pt x="208" y="309"/>
                </a:cubicBezTo>
                <a:moveTo>
                  <a:pt x="248" y="269"/>
                </a:moveTo>
                <a:cubicBezTo>
                  <a:pt x="248" y="243"/>
                  <a:pt x="226" y="221"/>
                  <a:pt x="200" y="221"/>
                </a:cubicBezTo>
                <a:cubicBezTo>
                  <a:pt x="173" y="221"/>
                  <a:pt x="152" y="243"/>
                  <a:pt x="152" y="269"/>
                </a:cubicBezTo>
                <a:cubicBezTo>
                  <a:pt x="152" y="296"/>
                  <a:pt x="173" y="317"/>
                  <a:pt x="200" y="317"/>
                </a:cubicBezTo>
                <a:cubicBezTo>
                  <a:pt x="226" y="317"/>
                  <a:pt x="248" y="296"/>
                  <a:pt x="248" y="269"/>
                </a:cubicBezTo>
                <a:moveTo>
                  <a:pt x="288" y="229"/>
                </a:moveTo>
                <a:cubicBezTo>
                  <a:pt x="288" y="203"/>
                  <a:pt x="266" y="181"/>
                  <a:pt x="240" y="181"/>
                </a:cubicBezTo>
                <a:cubicBezTo>
                  <a:pt x="213" y="181"/>
                  <a:pt x="192" y="203"/>
                  <a:pt x="192" y="229"/>
                </a:cubicBezTo>
                <a:cubicBezTo>
                  <a:pt x="192" y="256"/>
                  <a:pt x="213" y="277"/>
                  <a:pt x="240" y="277"/>
                </a:cubicBezTo>
                <a:cubicBezTo>
                  <a:pt x="266" y="277"/>
                  <a:pt x="288" y="256"/>
                  <a:pt x="288" y="229"/>
                </a:cubicBezTo>
                <a:moveTo>
                  <a:pt x="328" y="189"/>
                </a:moveTo>
                <a:cubicBezTo>
                  <a:pt x="328" y="162"/>
                  <a:pt x="306" y="140"/>
                  <a:pt x="280" y="140"/>
                </a:cubicBezTo>
                <a:cubicBezTo>
                  <a:pt x="253" y="140"/>
                  <a:pt x="232" y="162"/>
                  <a:pt x="232" y="189"/>
                </a:cubicBezTo>
                <a:cubicBezTo>
                  <a:pt x="232" y="216"/>
                  <a:pt x="253" y="237"/>
                  <a:pt x="280" y="237"/>
                </a:cubicBezTo>
                <a:cubicBezTo>
                  <a:pt x="306" y="237"/>
                  <a:pt x="328" y="216"/>
                  <a:pt x="328" y="189"/>
                </a:cubicBezTo>
                <a:moveTo>
                  <a:pt x="368" y="108"/>
                </a:moveTo>
                <a:cubicBezTo>
                  <a:pt x="368" y="82"/>
                  <a:pt x="346" y="60"/>
                  <a:pt x="320" y="60"/>
                </a:cubicBezTo>
                <a:cubicBezTo>
                  <a:pt x="293" y="60"/>
                  <a:pt x="272" y="82"/>
                  <a:pt x="272" y="108"/>
                </a:cubicBezTo>
                <a:cubicBezTo>
                  <a:pt x="272" y="135"/>
                  <a:pt x="293" y="156"/>
                  <a:pt x="320" y="156"/>
                </a:cubicBezTo>
                <a:cubicBezTo>
                  <a:pt x="346" y="156"/>
                  <a:pt x="368" y="135"/>
                  <a:pt x="368" y="108"/>
                </a:cubicBezTo>
                <a:moveTo>
                  <a:pt x="308" y="128"/>
                </a:moveTo>
                <a:cubicBezTo>
                  <a:pt x="308" y="102"/>
                  <a:pt x="286" y="80"/>
                  <a:pt x="260" y="80"/>
                </a:cubicBezTo>
                <a:cubicBezTo>
                  <a:pt x="233" y="80"/>
                  <a:pt x="212" y="102"/>
                  <a:pt x="212" y="128"/>
                </a:cubicBezTo>
                <a:cubicBezTo>
                  <a:pt x="212" y="155"/>
                  <a:pt x="233" y="177"/>
                  <a:pt x="260" y="177"/>
                </a:cubicBezTo>
                <a:cubicBezTo>
                  <a:pt x="286" y="177"/>
                  <a:pt x="308" y="155"/>
                  <a:pt x="308" y="128"/>
                </a:cubicBezTo>
                <a:moveTo>
                  <a:pt x="248" y="128"/>
                </a:moveTo>
                <a:cubicBezTo>
                  <a:pt x="248" y="102"/>
                  <a:pt x="226" y="80"/>
                  <a:pt x="200" y="80"/>
                </a:cubicBezTo>
                <a:cubicBezTo>
                  <a:pt x="173" y="80"/>
                  <a:pt x="152" y="102"/>
                  <a:pt x="152" y="128"/>
                </a:cubicBezTo>
                <a:cubicBezTo>
                  <a:pt x="152" y="155"/>
                  <a:pt x="173" y="177"/>
                  <a:pt x="200" y="177"/>
                </a:cubicBezTo>
                <a:cubicBezTo>
                  <a:pt x="226" y="177"/>
                  <a:pt x="248" y="155"/>
                  <a:pt x="248" y="128"/>
                </a:cubicBezTo>
                <a:moveTo>
                  <a:pt x="208" y="148"/>
                </a:moveTo>
                <a:cubicBezTo>
                  <a:pt x="208" y="122"/>
                  <a:pt x="186" y="100"/>
                  <a:pt x="160" y="100"/>
                </a:cubicBezTo>
                <a:cubicBezTo>
                  <a:pt x="133" y="100"/>
                  <a:pt x="112" y="122"/>
                  <a:pt x="112" y="148"/>
                </a:cubicBezTo>
                <a:cubicBezTo>
                  <a:pt x="112" y="176"/>
                  <a:pt x="133" y="197"/>
                  <a:pt x="160" y="197"/>
                </a:cubicBezTo>
                <a:cubicBezTo>
                  <a:pt x="186" y="197"/>
                  <a:pt x="208" y="176"/>
                  <a:pt x="208" y="148"/>
                </a:cubicBezTo>
                <a:moveTo>
                  <a:pt x="168" y="168"/>
                </a:moveTo>
                <a:cubicBezTo>
                  <a:pt x="168" y="142"/>
                  <a:pt x="146" y="120"/>
                  <a:pt x="120" y="120"/>
                </a:cubicBezTo>
                <a:cubicBezTo>
                  <a:pt x="93" y="120"/>
                  <a:pt x="72" y="142"/>
                  <a:pt x="72" y="168"/>
                </a:cubicBezTo>
                <a:cubicBezTo>
                  <a:pt x="72" y="196"/>
                  <a:pt x="93" y="217"/>
                  <a:pt x="120" y="217"/>
                </a:cubicBezTo>
                <a:cubicBezTo>
                  <a:pt x="146" y="217"/>
                  <a:pt x="168" y="196"/>
                  <a:pt x="168" y="168"/>
                </a:cubicBezTo>
                <a:moveTo>
                  <a:pt x="140" y="181"/>
                </a:moveTo>
                <a:cubicBezTo>
                  <a:pt x="140" y="154"/>
                  <a:pt x="118" y="132"/>
                  <a:pt x="92" y="132"/>
                </a:cubicBezTo>
                <a:cubicBezTo>
                  <a:pt x="65" y="132"/>
                  <a:pt x="44" y="154"/>
                  <a:pt x="44" y="181"/>
                </a:cubicBezTo>
                <a:cubicBezTo>
                  <a:pt x="44" y="208"/>
                  <a:pt x="65" y="229"/>
                  <a:pt x="92" y="229"/>
                </a:cubicBezTo>
                <a:cubicBezTo>
                  <a:pt x="118" y="229"/>
                  <a:pt x="140" y="208"/>
                  <a:pt x="140" y="181"/>
                </a:cubicBezTo>
                <a:moveTo>
                  <a:pt x="60" y="24"/>
                </a:moveTo>
                <a:cubicBezTo>
                  <a:pt x="60" y="11"/>
                  <a:pt x="49" y="0"/>
                  <a:pt x="36" y="0"/>
                </a:cubicBezTo>
                <a:cubicBezTo>
                  <a:pt x="23" y="0"/>
                  <a:pt x="12" y="11"/>
                  <a:pt x="12" y="24"/>
                </a:cubicBezTo>
                <a:cubicBezTo>
                  <a:pt x="12" y="38"/>
                  <a:pt x="23" y="48"/>
                  <a:pt x="36" y="48"/>
                </a:cubicBezTo>
                <a:cubicBezTo>
                  <a:pt x="49" y="48"/>
                  <a:pt x="60" y="38"/>
                  <a:pt x="60" y="24"/>
                </a:cubicBezTo>
                <a:moveTo>
                  <a:pt x="92" y="28"/>
                </a:moveTo>
                <a:cubicBezTo>
                  <a:pt x="92" y="15"/>
                  <a:pt x="81" y="4"/>
                  <a:pt x="68" y="4"/>
                </a:cubicBezTo>
                <a:cubicBezTo>
                  <a:pt x="55" y="4"/>
                  <a:pt x="44" y="15"/>
                  <a:pt x="44" y="28"/>
                </a:cubicBezTo>
                <a:cubicBezTo>
                  <a:pt x="44" y="42"/>
                  <a:pt x="55" y="52"/>
                  <a:pt x="68" y="52"/>
                </a:cubicBezTo>
                <a:cubicBezTo>
                  <a:pt x="81" y="52"/>
                  <a:pt x="92" y="42"/>
                  <a:pt x="92" y="28"/>
                </a:cubicBezTo>
                <a:moveTo>
                  <a:pt x="124" y="44"/>
                </a:moveTo>
                <a:cubicBezTo>
                  <a:pt x="124" y="31"/>
                  <a:pt x="113" y="20"/>
                  <a:pt x="100" y="20"/>
                </a:cubicBezTo>
                <a:cubicBezTo>
                  <a:pt x="87" y="20"/>
                  <a:pt x="76" y="31"/>
                  <a:pt x="76" y="44"/>
                </a:cubicBezTo>
                <a:cubicBezTo>
                  <a:pt x="76" y="58"/>
                  <a:pt x="87" y="68"/>
                  <a:pt x="100" y="68"/>
                </a:cubicBezTo>
                <a:cubicBezTo>
                  <a:pt x="113" y="68"/>
                  <a:pt x="124" y="58"/>
                  <a:pt x="124" y="44"/>
                </a:cubicBezTo>
                <a:moveTo>
                  <a:pt x="156" y="64"/>
                </a:moveTo>
                <a:cubicBezTo>
                  <a:pt x="156" y="51"/>
                  <a:pt x="145" y="40"/>
                  <a:pt x="132" y="40"/>
                </a:cubicBezTo>
                <a:cubicBezTo>
                  <a:pt x="119" y="40"/>
                  <a:pt x="108" y="51"/>
                  <a:pt x="108" y="64"/>
                </a:cubicBezTo>
                <a:cubicBezTo>
                  <a:pt x="108" y="78"/>
                  <a:pt x="119" y="88"/>
                  <a:pt x="132" y="88"/>
                </a:cubicBezTo>
                <a:cubicBezTo>
                  <a:pt x="145" y="88"/>
                  <a:pt x="156" y="78"/>
                  <a:pt x="156" y="64"/>
                </a:cubicBezTo>
                <a:moveTo>
                  <a:pt x="188" y="72"/>
                </a:moveTo>
                <a:cubicBezTo>
                  <a:pt x="188" y="59"/>
                  <a:pt x="177" y="48"/>
                  <a:pt x="164" y="48"/>
                </a:cubicBezTo>
                <a:cubicBezTo>
                  <a:pt x="151" y="48"/>
                  <a:pt x="140" y="59"/>
                  <a:pt x="140" y="72"/>
                </a:cubicBezTo>
                <a:cubicBezTo>
                  <a:pt x="140" y="86"/>
                  <a:pt x="151" y="96"/>
                  <a:pt x="164" y="96"/>
                </a:cubicBezTo>
                <a:cubicBezTo>
                  <a:pt x="177" y="96"/>
                  <a:pt x="188" y="86"/>
                  <a:pt x="188" y="72"/>
                </a:cubicBezTo>
                <a:moveTo>
                  <a:pt x="252" y="104"/>
                </a:moveTo>
                <a:cubicBezTo>
                  <a:pt x="252" y="78"/>
                  <a:pt x="230" y="56"/>
                  <a:pt x="204" y="56"/>
                </a:cubicBezTo>
                <a:cubicBezTo>
                  <a:pt x="177" y="56"/>
                  <a:pt x="156" y="78"/>
                  <a:pt x="156" y="104"/>
                </a:cubicBezTo>
                <a:cubicBezTo>
                  <a:pt x="156" y="131"/>
                  <a:pt x="177" y="152"/>
                  <a:pt x="204" y="152"/>
                </a:cubicBezTo>
                <a:cubicBezTo>
                  <a:pt x="230" y="152"/>
                  <a:pt x="252" y="131"/>
                  <a:pt x="252" y="104"/>
                </a:cubicBezTo>
                <a:moveTo>
                  <a:pt x="24" y="32"/>
                </a:moveTo>
                <a:cubicBezTo>
                  <a:pt x="24" y="26"/>
                  <a:pt x="18" y="20"/>
                  <a:pt x="12" y="20"/>
                </a:cubicBezTo>
                <a:cubicBezTo>
                  <a:pt x="5" y="20"/>
                  <a:pt x="0" y="26"/>
                  <a:pt x="0" y="32"/>
                </a:cubicBezTo>
                <a:cubicBezTo>
                  <a:pt x="0" y="39"/>
                  <a:pt x="5" y="44"/>
                  <a:pt x="12" y="44"/>
                </a:cubicBezTo>
                <a:cubicBezTo>
                  <a:pt x="18" y="44"/>
                  <a:pt x="24" y="39"/>
                  <a:pt x="24" y="32"/>
                </a:cubicBezTo>
                <a:moveTo>
                  <a:pt x="308" y="96"/>
                </a:moveTo>
                <a:cubicBezTo>
                  <a:pt x="308" y="70"/>
                  <a:pt x="286" y="48"/>
                  <a:pt x="260" y="48"/>
                </a:cubicBezTo>
                <a:cubicBezTo>
                  <a:pt x="233" y="48"/>
                  <a:pt x="212" y="70"/>
                  <a:pt x="212" y="96"/>
                </a:cubicBezTo>
                <a:cubicBezTo>
                  <a:pt x="212" y="123"/>
                  <a:pt x="233" y="144"/>
                  <a:pt x="260" y="144"/>
                </a:cubicBezTo>
                <a:cubicBezTo>
                  <a:pt x="286" y="144"/>
                  <a:pt x="308" y="123"/>
                  <a:pt x="308" y="96"/>
                </a:cubicBezTo>
                <a:close/>
              </a:path>
            </a:pathLst>
          </a:custGeom>
          <a:solidFill>
            <a:srgbClr val="bf8040"/>
          </a:solidFill>
          <a:ln w="0">
            <a:noFill/>
          </a:ln>
        </p:spPr>
      </p:sp>
      <p:sp>
        <p:nvSpPr>
          <p:cNvPr id="793" name=""/>
          <p:cNvSpPr/>
          <p:nvPr/>
        </p:nvSpPr>
        <p:spPr>
          <a:xfrm>
            <a:off x="104400" y="3241080"/>
            <a:ext cx="115560" cy="93960"/>
          </a:xfrm>
          <a:custGeom>
            <a:avLst/>
            <a:gdLst/>
            <a:ahLst/>
            <a:rect l="0" t="0" r="r" b="b"/>
            <a:pathLst>
              <a:path w="321" h="261">
                <a:moveTo>
                  <a:pt x="321" y="0"/>
                </a:moveTo>
                <a:lnTo>
                  <a:pt x="0" y="100"/>
                </a:lnTo>
                <a:lnTo>
                  <a:pt x="60" y="261"/>
                </a:lnTo>
                <a:lnTo>
                  <a:pt x="321" y="0"/>
                </a:lnTo>
                <a:close/>
              </a:path>
            </a:pathLst>
          </a:custGeom>
          <a:solidFill>
            <a:srgbClr val="bf8040"/>
          </a:solidFill>
          <a:ln w="0">
            <a:noFill/>
          </a:ln>
        </p:spPr>
      </p:sp>
      <p:sp>
        <p:nvSpPr>
          <p:cNvPr id="794" name=""/>
          <p:cNvSpPr/>
          <p:nvPr/>
        </p:nvSpPr>
        <p:spPr>
          <a:xfrm>
            <a:off x="178920" y="323244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60"/>
                </a:moveTo>
                <a:lnTo>
                  <a:pt x="129" y="9"/>
                </a:lnTo>
                <a:cubicBezTo>
                  <a:pt x="132" y="2"/>
                  <a:pt x="140" y="-2"/>
                  <a:pt x="147" y="1"/>
                </a:cubicBezTo>
                <a:lnTo>
                  <a:pt x="158" y="5"/>
                </a:lnTo>
                <a:cubicBezTo>
                  <a:pt x="166" y="8"/>
                  <a:pt x="169" y="16"/>
                  <a:pt x="167" y="23"/>
                </a:cubicBezTo>
                <a:lnTo>
                  <a:pt x="38" y="373"/>
                </a:lnTo>
                <a:cubicBezTo>
                  <a:pt x="36" y="381"/>
                  <a:pt x="28" y="384"/>
                  <a:pt x="20" y="382"/>
                </a:cubicBezTo>
                <a:lnTo>
                  <a:pt x="9" y="378"/>
                </a:lnTo>
                <a:cubicBezTo>
                  <a:pt x="2" y="375"/>
                  <a:pt x="-2" y="367"/>
                  <a:pt x="1" y="360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795" name=""/>
          <p:cNvSpPr/>
          <p:nvPr/>
        </p:nvSpPr>
        <p:spPr>
          <a:xfrm>
            <a:off x="171720" y="3124800"/>
            <a:ext cx="154080" cy="136440"/>
          </a:xfrm>
          <a:custGeom>
            <a:avLst/>
            <a:gdLst/>
            <a:ahLst/>
            <a:rect l="0" t="0" r="r" b="b"/>
            <a:pathLst>
              <a:path w="428" h="379">
                <a:moveTo>
                  <a:pt x="1" y="247"/>
                </a:moveTo>
                <a:lnTo>
                  <a:pt x="88" y="9"/>
                </a:lnTo>
                <a:cubicBezTo>
                  <a:pt x="90" y="2"/>
                  <a:pt x="98" y="-2"/>
                  <a:pt x="106" y="1"/>
                </a:cubicBezTo>
                <a:lnTo>
                  <a:pt x="419" y="114"/>
                </a:lnTo>
                <a:cubicBezTo>
                  <a:pt x="426" y="117"/>
                  <a:pt x="430" y="125"/>
                  <a:pt x="427" y="132"/>
                </a:cubicBezTo>
                <a:lnTo>
                  <a:pt x="341" y="370"/>
                </a:lnTo>
                <a:cubicBezTo>
                  <a:pt x="338" y="377"/>
                  <a:pt x="330" y="381"/>
                  <a:pt x="323" y="378"/>
                </a:cubicBezTo>
                <a:lnTo>
                  <a:pt x="10" y="265"/>
                </a:lnTo>
                <a:cubicBezTo>
                  <a:pt x="3" y="262"/>
                  <a:pt x="-1" y="254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796" name=""/>
          <p:cNvSpPr/>
          <p:nvPr/>
        </p:nvSpPr>
        <p:spPr>
          <a:xfrm>
            <a:off x="180720" y="313416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5" y="10"/>
                </a:lnTo>
                <a:cubicBezTo>
                  <a:pt x="77" y="3"/>
                  <a:pt x="85" y="-1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7"/>
                  <a:pt x="292" y="330"/>
                  <a:pt x="285" y="328"/>
                </a:cubicBezTo>
                <a:lnTo>
                  <a:pt x="10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797" name=""/>
          <p:cNvSpPr/>
          <p:nvPr/>
        </p:nvSpPr>
        <p:spPr>
          <a:xfrm>
            <a:off x="18000" y="3042000"/>
            <a:ext cx="396720" cy="230760"/>
          </a:xfrm>
          <a:custGeom>
            <a:avLst/>
            <a:gdLst/>
            <a:ahLst/>
            <a:rect l="0" t="0" r="r" b="b"/>
            <a:pathLst>
              <a:path fill="none" w="1102" h="641">
                <a:moveTo>
                  <a:pt x="1102" y="551"/>
                </a:moveTo>
                <a:cubicBezTo>
                  <a:pt x="1102" y="247"/>
                  <a:pt x="855" y="0"/>
                  <a:pt x="552" y="0"/>
                </a:cubicBezTo>
                <a:cubicBezTo>
                  <a:pt x="354" y="0"/>
                  <a:pt x="172" y="104"/>
                  <a:pt x="74" y="276"/>
                </a:cubicBezTo>
                <a:cubicBezTo>
                  <a:pt x="10" y="386"/>
                  <a:pt x="-13" y="515"/>
                  <a:pt x="8" y="641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798" name=""/>
          <p:cNvSpPr/>
          <p:nvPr/>
        </p:nvSpPr>
        <p:spPr>
          <a:xfrm>
            <a:off x="7920" y="3259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6"/>
                </a:moveTo>
                <a:cubicBezTo>
                  <a:pt x="71" y="17"/>
                  <a:pt x="55" y="0"/>
                  <a:pt x="36" y="0"/>
                </a:cubicBezTo>
                <a:cubicBezTo>
                  <a:pt x="17" y="0"/>
                  <a:pt x="0" y="17"/>
                  <a:pt x="0" y="36"/>
                </a:cubicBezTo>
                <a:cubicBezTo>
                  <a:pt x="0" y="56"/>
                  <a:pt x="17" y="71"/>
                  <a:pt x="36" y="71"/>
                </a:cubicBezTo>
                <a:cubicBezTo>
                  <a:pt x="55" y="71"/>
                  <a:pt x="71" y="56"/>
                  <a:pt x="71" y="3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799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800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801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802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803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804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05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806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807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808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809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810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811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12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813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814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815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16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17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18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19" name=""/>
          <p:cNvSpPr txBox="1"/>
          <p:nvPr/>
        </p:nvSpPr>
        <p:spPr>
          <a:xfrm rot="1200000">
            <a:off x="179640" y="3114360"/>
            <a:ext cx="156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10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21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22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825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826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827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828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829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830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32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33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34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35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36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838" name=""/>
          <p:cNvSpPr/>
          <p:nvPr/>
        </p:nvSpPr>
        <p:spPr>
          <a:xfrm>
            <a:off x="0" y="308520"/>
            <a:ext cx="5760000" cy="295200"/>
          </a:xfrm>
          <a:custGeom>
            <a:avLst/>
            <a:gdLst/>
            <a:ahLst/>
            <a:rect l="0" t="0" r="r" b="b"/>
            <a:pathLst>
              <a:path w="16000" h="820">
                <a:moveTo>
                  <a:pt x="0" y="820"/>
                </a:moveTo>
                <a:lnTo>
                  <a:pt x="16000" y="820"/>
                </a:lnTo>
                <a:lnTo>
                  <a:pt x="16000" y="0"/>
                </a:lnTo>
                <a:lnTo>
                  <a:pt x="0" y="0"/>
                </a:lnTo>
                <a:lnTo>
                  <a:pt x="0" y="82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839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108000" y="354960"/>
            <a:ext cx="121392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Micele: de_x001c_nicja</a:t>
            </a:r>
            <a:endParaRPr b="0" lang="pl-PL" sz="1430" spc="-1" strike="noStrike"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360000" y="957240"/>
            <a:ext cx="49964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micele _x0015_ agregowane produkty cz¡steczek am_x001c__x001c_lowych, które samoistnie tworz¡ si¦ w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360000" y="1094760"/>
            <a:ext cx="127188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roztworach wodnych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340200" y="195552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4c004c"/>
                </a:solidFill>
                <a:latin typeface="Euler"/>
              </a:rPr>
              <a:t>▶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516960" y="1974240"/>
            <a:ext cx="16358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ogony: hydrofobowy rdze«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340200" y="213120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4c004c"/>
                </a:solidFill>
                <a:latin typeface="Euler"/>
              </a:rPr>
              <a:t>▶</a:t>
            </a:r>
            <a:endParaRPr b="0" lang="pl-PL" sz="1090" spc="-1" strike="noStrike">
              <a:latin typeface="Times New Roman"/>
            </a:endParaRPr>
          </a:p>
        </p:txBody>
      </p:sp>
      <p:pic>
        <p:nvPicPr>
          <p:cNvPr id="846" name="" descr=""/>
          <p:cNvPicPr/>
          <p:nvPr/>
        </p:nvPicPr>
        <p:blipFill>
          <a:blip r:embed="rId2"/>
          <a:stretch/>
        </p:blipFill>
        <p:spPr>
          <a:xfrm>
            <a:off x="3629880" y="1386360"/>
            <a:ext cx="1259640" cy="1275120"/>
          </a:xfrm>
          <a:prstGeom prst="rect">
            <a:avLst/>
          </a:prstGeom>
          <a:ln w="0">
            <a:noFill/>
          </a:ln>
        </p:spPr>
      </p:pic>
      <p:sp>
        <p:nvSpPr>
          <p:cNvPr id="847" name=""/>
          <p:cNvSpPr txBox="1"/>
          <p:nvPr/>
        </p:nvSpPr>
        <p:spPr>
          <a:xfrm>
            <a:off x="516960" y="2149920"/>
            <a:ext cx="194220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gªowy: hydro_x001c_lowa powierzchnia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849" name=""/>
          <p:cNvSpPr txBox="1"/>
          <p:nvPr/>
        </p:nvSpPr>
        <p:spPr>
          <a:xfrm>
            <a:off x="3613320" y="2727360"/>
            <a:ext cx="13996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4c004c"/>
                </a:solidFill>
                <a:latin typeface="Arial"/>
              </a:rPr>
              <a:t>Rysunek:</a:t>
            </a:r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 schemat miceli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853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854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855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856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857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858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859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860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861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862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863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864" name=""/>
          <p:cNvSpPr/>
          <p:nvPr/>
        </p:nvSpPr>
        <p:spPr>
          <a:xfrm>
            <a:off x="47880" y="3224160"/>
            <a:ext cx="287280" cy="191160"/>
          </a:xfrm>
          <a:custGeom>
            <a:avLst/>
            <a:gdLst/>
            <a:ahLst/>
            <a:rect l="0" t="0" r="r" b="b"/>
            <a:pathLst>
              <a:path w="798" h="531">
                <a:moveTo>
                  <a:pt x="162" y="109"/>
                </a:moveTo>
                <a:cubicBezTo>
                  <a:pt x="64" y="127"/>
                  <a:pt x="-93" y="305"/>
                  <a:pt x="72" y="464"/>
                </a:cubicBezTo>
                <a:cubicBezTo>
                  <a:pt x="238" y="622"/>
                  <a:pt x="1104" y="516"/>
                  <a:pt x="685" y="0"/>
                </a:cubicBezTo>
                <a:cubicBezTo>
                  <a:pt x="333" y="189"/>
                  <a:pt x="454" y="16"/>
                  <a:pt x="162" y="109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865" name=""/>
          <p:cNvSpPr/>
          <p:nvPr/>
        </p:nvSpPr>
        <p:spPr>
          <a:xfrm>
            <a:off x="90000" y="312228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0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0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866" name=""/>
          <p:cNvSpPr/>
          <p:nvPr/>
        </p:nvSpPr>
        <p:spPr>
          <a:xfrm>
            <a:off x="73440" y="3215160"/>
            <a:ext cx="90360" cy="48960"/>
          </a:xfrm>
          <a:custGeom>
            <a:avLst/>
            <a:gdLst/>
            <a:ahLst/>
            <a:rect l="0" t="0" r="r" b="b"/>
            <a:pathLst>
              <a:path w="251" h="136">
                <a:moveTo>
                  <a:pt x="48" y="4"/>
                </a:moveTo>
                <a:cubicBezTo>
                  <a:pt x="143" y="-20"/>
                  <a:pt x="102" y="72"/>
                  <a:pt x="251" y="44"/>
                </a:cubicBezTo>
                <a:cubicBezTo>
                  <a:pt x="-82" y="254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867" name=""/>
          <p:cNvSpPr/>
          <p:nvPr/>
        </p:nvSpPr>
        <p:spPr>
          <a:xfrm>
            <a:off x="136800" y="3183120"/>
            <a:ext cx="27720" cy="35280"/>
          </a:xfrm>
          <a:custGeom>
            <a:avLst/>
            <a:gdLst/>
            <a:ahLst/>
            <a:rect l="0" t="0" r="r" b="b"/>
            <a:pathLst>
              <a:path w="77" h="98">
                <a:moveTo>
                  <a:pt x="73" y="62"/>
                </a:moveTo>
                <a:cubicBezTo>
                  <a:pt x="82" y="36"/>
                  <a:pt x="75" y="8"/>
                  <a:pt x="56" y="1"/>
                </a:cubicBezTo>
                <a:cubicBezTo>
                  <a:pt x="38" y="-5"/>
                  <a:pt x="14" y="10"/>
                  <a:pt x="4" y="37"/>
                </a:cubicBezTo>
                <a:cubicBezTo>
                  <a:pt x="-5" y="63"/>
                  <a:pt x="2" y="90"/>
                  <a:pt x="21" y="96"/>
                </a:cubicBezTo>
                <a:cubicBezTo>
                  <a:pt x="40" y="103"/>
                  <a:pt x="63" y="88"/>
                  <a:pt x="73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868" name=""/>
          <p:cNvSpPr/>
          <p:nvPr/>
        </p:nvSpPr>
        <p:spPr>
          <a:xfrm>
            <a:off x="147960" y="319356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0" y="33"/>
                </a:moveTo>
                <a:cubicBezTo>
                  <a:pt x="37" y="18"/>
                  <a:pt x="34" y="3"/>
                  <a:pt x="27" y="0"/>
                </a:cubicBezTo>
                <a:cubicBezTo>
                  <a:pt x="19" y="-2"/>
                  <a:pt x="9" y="8"/>
                  <a:pt x="4" y="23"/>
                </a:cubicBezTo>
                <a:cubicBezTo>
                  <a:pt x="-3" y="38"/>
                  <a:pt x="-1" y="52"/>
                  <a:pt x="7" y="55"/>
                </a:cubicBezTo>
                <a:cubicBezTo>
                  <a:pt x="15" y="58"/>
                  <a:pt x="25" y="48"/>
                  <a:pt x="3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869" name=""/>
          <p:cNvSpPr/>
          <p:nvPr/>
        </p:nvSpPr>
        <p:spPr>
          <a:xfrm>
            <a:off x="97920" y="317412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6"/>
                </a:moveTo>
                <a:cubicBezTo>
                  <a:pt x="72" y="32"/>
                  <a:pt x="66" y="7"/>
                  <a:pt x="50" y="1"/>
                </a:cubicBezTo>
                <a:cubicBezTo>
                  <a:pt x="34" y="-5"/>
                  <a:pt x="12" y="10"/>
                  <a:pt x="4" y="34"/>
                </a:cubicBezTo>
                <a:cubicBezTo>
                  <a:pt x="-5" y="58"/>
                  <a:pt x="1" y="82"/>
                  <a:pt x="18" y="88"/>
                </a:cubicBezTo>
                <a:cubicBezTo>
                  <a:pt x="35" y="94"/>
                  <a:pt x="55" y="80"/>
                  <a:pt x="64" y="56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870" name=""/>
          <p:cNvSpPr/>
          <p:nvPr/>
        </p:nvSpPr>
        <p:spPr>
          <a:xfrm>
            <a:off x="108360" y="3183840"/>
            <a:ext cx="10440" cy="18000"/>
          </a:xfrm>
          <a:custGeom>
            <a:avLst/>
            <a:gdLst/>
            <a:ahLst/>
            <a:rect l="0" t="0" r="r" b="b"/>
            <a:pathLst>
              <a:path w="29" h="50">
                <a:moveTo>
                  <a:pt x="26" y="29"/>
                </a:moveTo>
                <a:cubicBezTo>
                  <a:pt x="31" y="16"/>
                  <a:pt x="30" y="2"/>
                  <a:pt x="24" y="0"/>
                </a:cubicBezTo>
                <a:cubicBezTo>
                  <a:pt x="18" y="-2"/>
                  <a:pt x="8" y="7"/>
                  <a:pt x="3" y="21"/>
                </a:cubicBezTo>
                <a:cubicBezTo>
                  <a:pt x="-1" y="34"/>
                  <a:pt x="-1" y="47"/>
                  <a:pt x="5" y="49"/>
                </a:cubicBezTo>
                <a:cubicBezTo>
                  <a:pt x="12" y="51"/>
                  <a:pt x="21" y="42"/>
                  <a:pt x="26" y="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871" name=""/>
          <p:cNvSpPr/>
          <p:nvPr/>
        </p:nvSpPr>
        <p:spPr>
          <a:xfrm>
            <a:off x="88200" y="3126240"/>
            <a:ext cx="167400" cy="52920"/>
          </a:xfrm>
          <a:custGeom>
            <a:avLst/>
            <a:gdLst/>
            <a:ahLst/>
            <a:rect l="0" t="0" r="r" b="b"/>
            <a:pathLst>
              <a:path w="465" h="147">
                <a:moveTo>
                  <a:pt x="465" y="136"/>
                </a:moveTo>
                <a:cubicBezTo>
                  <a:pt x="471" y="114"/>
                  <a:pt x="371" y="69"/>
                  <a:pt x="243" y="35"/>
                </a:cubicBezTo>
                <a:cubicBezTo>
                  <a:pt x="114" y="0"/>
                  <a:pt x="6" y="-11"/>
                  <a:pt x="0" y="11"/>
                </a:cubicBezTo>
                <a:cubicBezTo>
                  <a:pt x="-5" y="33"/>
                  <a:pt x="94" y="78"/>
                  <a:pt x="222" y="112"/>
                </a:cubicBezTo>
                <a:cubicBezTo>
                  <a:pt x="350" y="146"/>
                  <a:pt x="459" y="158"/>
                  <a:pt x="465" y="136"/>
                </a:cubicBezTo>
                <a:close/>
              </a:path>
            </a:pathLst>
          </a:custGeom>
          <a:solidFill>
            <a:srgbClr val="bf8040"/>
          </a:solidFill>
          <a:ln w="0">
            <a:noFill/>
          </a:ln>
        </p:spPr>
      </p:sp>
      <p:sp>
        <p:nvSpPr>
          <p:cNvPr id="872" name=""/>
          <p:cNvSpPr/>
          <p:nvPr/>
        </p:nvSpPr>
        <p:spPr>
          <a:xfrm>
            <a:off x="120240" y="3097080"/>
            <a:ext cx="114480" cy="69840"/>
          </a:xfrm>
          <a:custGeom>
            <a:avLst/>
            <a:gdLst/>
            <a:ahLst/>
            <a:rect l="0" t="0" r="r" b="b"/>
            <a:pathLst>
              <a:path w="318" h="194">
                <a:moveTo>
                  <a:pt x="0" y="116"/>
                </a:moveTo>
                <a:lnTo>
                  <a:pt x="31" y="0"/>
                </a:lnTo>
                <a:lnTo>
                  <a:pt x="318" y="77"/>
                </a:lnTo>
                <a:lnTo>
                  <a:pt x="287" y="194"/>
                </a:lnTo>
                <a:lnTo>
                  <a:pt x="0" y="116"/>
                </a:lnTo>
                <a:close/>
              </a:path>
            </a:pathLst>
          </a:custGeom>
          <a:solidFill>
            <a:srgbClr val="bf8040"/>
          </a:solidFill>
          <a:ln w="0">
            <a:noFill/>
          </a:ln>
        </p:spPr>
      </p:sp>
      <p:sp>
        <p:nvSpPr>
          <p:cNvPr id="873" name=""/>
          <p:cNvSpPr/>
          <p:nvPr/>
        </p:nvSpPr>
        <p:spPr>
          <a:xfrm>
            <a:off x="131400" y="3093480"/>
            <a:ext cx="103320" cy="36000"/>
          </a:xfrm>
          <a:custGeom>
            <a:avLst/>
            <a:gdLst/>
            <a:ahLst/>
            <a:rect l="0" t="0" r="r" b="b"/>
            <a:pathLst>
              <a:path w="287" h="100">
                <a:moveTo>
                  <a:pt x="287" y="89"/>
                </a:moveTo>
                <a:cubicBezTo>
                  <a:pt x="292" y="71"/>
                  <a:pt x="231" y="40"/>
                  <a:pt x="152" y="19"/>
                </a:cubicBezTo>
                <a:cubicBezTo>
                  <a:pt x="74" y="-2"/>
                  <a:pt x="5" y="-6"/>
                  <a:pt x="0" y="11"/>
                </a:cubicBezTo>
                <a:cubicBezTo>
                  <a:pt x="-4" y="28"/>
                  <a:pt x="56" y="59"/>
                  <a:pt x="136" y="82"/>
                </a:cubicBezTo>
                <a:cubicBezTo>
                  <a:pt x="215" y="103"/>
                  <a:pt x="283" y="106"/>
                  <a:pt x="287" y="89"/>
                </a:cubicBezTo>
                <a:close/>
              </a:path>
            </a:pathLst>
          </a:custGeom>
          <a:solidFill>
            <a:srgbClr val="bf8040"/>
          </a:solidFill>
          <a:ln w="0">
            <a:noFill/>
          </a:ln>
        </p:spPr>
      </p:sp>
      <p:sp>
        <p:nvSpPr>
          <p:cNvPr id="874" name=""/>
          <p:cNvSpPr/>
          <p:nvPr/>
        </p:nvSpPr>
        <p:spPr>
          <a:xfrm>
            <a:off x="178920" y="323244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60"/>
                </a:moveTo>
                <a:lnTo>
                  <a:pt x="129" y="9"/>
                </a:lnTo>
                <a:cubicBezTo>
                  <a:pt x="132" y="2"/>
                  <a:pt x="140" y="-2"/>
                  <a:pt x="147" y="1"/>
                </a:cubicBezTo>
                <a:lnTo>
                  <a:pt x="158" y="5"/>
                </a:lnTo>
                <a:cubicBezTo>
                  <a:pt x="166" y="8"/>
                  <a:pt x="169" y="16"/>
                  <a:pt x="167" y="23"/>
                </a:cubicBezTo>
                <a:lnTo>
                  <a:pt x="38" y="373"/>
                </a:lnTo>
                <a:cubicBezTo>
                  <a:pt x="36" y="381"/>
                  <a:pt x="28" y="384"/>
                  <a:pt x="20" y="382"/>
                </a:cubicBezTo>
                <a:lnTo>
                  <a:pt x="9" y="378"/>
                </a:lnTo>
                <a:cubicBezTo>
                  <a:pt x="2" y="375"/>
                  <a:pt x="-2" y="367"/>
                  <a:pt x="1" y="360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875" name=""/>
          <p:cNvSpPr/>
          <p:nvPr/>
        </p:nvSpPr>
        <p:spPr>
          <a:xfrm>
            <a:off x="171720" y="3124800"/>
            <a:ext cx="154080" cy="136440"/>
          </a:xfrm>
          <a:custGeom>
            <a:avLst/>
            <a:gdLst/>
            <a:ahLst/>
            <a:rect l="0" t="0" r="r" b="b"/>
            <a:pathLst>
              <a:path w="428" h="379">
                <a:moveTo>
                  <a:pt x="1" y="247"/>
                </a:moveTo>
                <a:lnTo>
                  <a:pt x="88" y="9"/>
                </a:lnTo>
                <a:cubicBezTo>
                  <a:pt x="90" y="2"/>
                  <a:pt x="98" y="-2"/>
                  <a:pt x="106" y="1"/>
                </a:cubicBezTo>
                <a:lnTo>
                  <a:pt x="419" y="114"/>
                </a:lnTo>
                <a:cubicBezTo>
                  <a:pt x="426" y="117"/>
                  <a:pt x="430" y="125"/>
                  <a:pt x="427" y="132"/>
                </a:cubicBezTo>
                <a:lnTo>
                  <a:pt x="341" y="370"/>
                </a:lnTo>
                <a:cubicBezTo>
                  <a:pt x="338" y="377"/>
                  <a:pt x="330" y="381"/>
                  <a:pt x="323" y="378"/>
                </a:cubicBezTo>
                <a:lnTo>
                  <a:pt x="10" y="265"/>
                </a:lnTo>
                <a:cubicBezTo>
                  <a:pt x="3" y="262"/>
                  <a:pt x="-1" y="254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876" name=""/>
          <p:cNvSpPr/>
          <p:nvPr/>
        </p:nvSpPr>
        <p:spPr>
          <a:xfrm>
            <a:off x="180720" y="313416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5" y="10"/>
                </a:lnTo>
                <a:cubicBezTo>
                  <a:pt x="77" y="3"/>
                  <a:pt x="85" y="-1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7"/>
                  <a:pt x="292" y="330"/>
                  <a:pt x="285" y="328"/>
                </a:cubicBezTo>
                <a:lnTo>
                  <a:pt x="10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877" name=""/>
          <p:cNvSpPr/>
          <p:nvPr/>
        </p:nvSpPr>
        <p:spPr>
          <a:xfrm>
            <a:off x="18000" y="3042000"/>
            <a:ext cx="396360" cy="292320"/>
          </a:xfrm>
          <a:custGeom>
            <a:avLst/>
            <a:gdLst/>
            <a:ahLst/>
            <a:rect l="0" t="0" r="r" b="b"/>
            <a:pathLst>
              <a:path fill="none" w="1101" h="812">
                <a:moveTo>
                  <a:pt x="1101" y="551"/>
                </a:moveTo>
                <a:cubicBezTo>
                  <a:pt x="1101" y="247"/>
                  <a:pt x="854" y="0"/>
                  <a:pt x="551" y="0"/>
                </a:cubicBezTo>
                <a:cubicBezTo>
                  <a:pt x="246" y="0"/>
                  <a:pt x="0" y="247"/>
                  <a:pt x="0" y="551"/>
                </a:cubicBezTo>
                <a:cubicBezTo>
                  <a:pt x="0" y="642"/>
                  <a:pt x="22" y="732"/>
                  <a:pt x="66" y="812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878" name=""/>
          <p:cNvSpPr/>
          <p:nvPr/>
        </p:nvSpPr>
        <p:spPr>
          <a:xfrm>
            <a:off x="29160" y="33213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71" y="35"/>
                </a:moveTo>
                <a:cubicBezTo>
                  <a:pt x="71" y="16"/>
                  <a:pt x="55" y="0"/>
                  <a:pt x="36" y="0"/>
                </a:cubicBezTo>
                <a:cubicBezTo>
                  <a:pt x="15" y="0"/>
                  <a:pt x="0" y="16"/>
                  <a:pt x="0" y="35"/>
                </a:cubicBezTo>
                <a:cubicBezTo>
                  <a:pt x="0" y="56"/>
                  <a:pt x="15" y="72"/>
                  <a:pt x="36" y="72"/>
                </a:cubicBezTo>
                <a:cubicBezTo>
                  <a:pt x="55" y="72"/>
                  <a:pt x="71" y="56"/>
                  <a:pt x="71" y="3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879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880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881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882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883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884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85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886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887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888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889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890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891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92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893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894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895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96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97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98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899" name=""/>
          <p:cNvSpPr txBox="1"/>
          <p:nvPr/>
        </p:nvSpPr>
        <p:spPr>
          <a:xfrm rot="1200000">
            <a:off x="179640" y="3114360"/>
            <a:ext cx="156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11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01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02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905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906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907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908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909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910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12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13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14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15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16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918" name=""/>
          <p:cNvSpPr/>
          <p:nvPr/>
        </p:nvSpPr>
        <p:spPr>
          <a:xfrm>
            <a:off x="0" y="308520"/>
            <a:ext cx="5760000" cy="295200"/>
          </a:xfrm>
          <a:custGeom>
            <a:avLst/>
            <a:gdLst/>
            <a:ahLst/>
            <a:rect l="0" t="0" r="r" b="b"/>
            <a:pathLst>
              <a:path w="16000" h="820">
                <a:moveTo>
                  <a:pt x="0" y="820"/>
                </a:moveTo>
                <a:lnTo>
                  <a:pt x="16000" y="820"/>
                </a:lnTo>
                <a:lnTo>
                  <a:pt x="16000" y="0"/>
                </a:lnTo>
                <a:lnTo>
                  <a:pt x="0" y="0"/>
                </a:lnTo>
                <a:lnTo>
                  <a:pt x="0" y="82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919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108000" y="354960"/>
            <a:ext cx="188424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Micele: termodynamika</a:t>
            </a:r>
            <a:endParaRPr b="0" lang="pl-PL" sz="1430" spc="-1" strike="noStrike"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1987200" y="157392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µ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22" name=""/>
          <p:cNvSpPr txBox="1"/>
          <p:nvPr/>
        </p:nvSpPr>
        <p:spPr>
          <a:xfrm>
            <a:off x="2070720" y="1629360"/>
            <a:ext cx="30996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mic,m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923" name=""/>
          <p:cNvSpPr txBox="1"/>
          <p:nvPr/>
        </p:nvSpPr>
        <p:spPr>
          <a:xfrm>
            <a:off x="2418840" y="1573920"/>
            <a:ext cx="2491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=</a:t>
            </a:r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 µ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24" name=""/>
          <p:cNvSpPr txBox="1"/>
          <p:nvPr/>
        </p:nvSpPr>
        <p:spPr>
          <a:xfrm>
            <a:off x="2648520" y="155124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Symbols8"/>
              </a:rPr>
              <a:t>◦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925" name=""/>
          <p:cNvSpPr txBox="1"/>
          <p:nvPr/>
        </p:nvSpPr>
        <p:spPr>
          <a:xfrm>
            <a:off x="2648520" y="1642680"/>
            <a:ext cx="30996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mic,m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2989080" y="157392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+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3142800" y="1667520"/>
            <a:ext cx="206280" cy="0"/>
          </a:xfrm>
          <a:prstGeom prst="line">
            <a:avLst/>
          </a:prstGeom>
          <a:ln w="50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28" name=""/>
          <p:cNvSpPr txBox="1"/>
          <p:nvPr/>
        </p:nvSpPr>
        <p:spPr>
          <a:xfrm>
            <a:off x="3142800" y="1479960"/>
            <a:ext cx="1821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RT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29" name=""/>
          <p:cNvSpPr txBox="1"/>
          <p:nvPr/>
        </p:nvSpPr>
        <p:spPr>
          <a:xfrm>
            <a:off x="3185280" y="166896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m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30" name=""/>
          <p:cNvSpPr txBox="1"/>
          <p:nvPr/>
        </p:nvSpPr>
        <p:spPr>
          <a:xfrm>
            <a:off x="3387600" y="157392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ln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3541320" y="147996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X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3540960" y="1667520"/>
            <a:ext cx="216360" cy="0"/>
          </a:xfrm>
          <a:prstGeom prst="line">
            <a:avLst/>
          </a:prstGeom>
          <a:ln w="50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33" name=""/>
          <p:cNvSpPr txBox="1"/>
          <p:nvPr/>
        </p:nvSpPr>
        <p:spPr>
          <a:xfrm>
            <a:off x="3656160" y="153540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m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3588480" y="166896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m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460080" y="195372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4c004c"/>
                </a:solidFill>
                <a:latin typeface="Euler"/>
              </a:rPr>
              <a:t>▶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637200" y="196956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m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804600" y="1972440"/>
            <a:ext cx="173196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_x0015_ liczba monomerów w miceli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460080" y="212904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4c004c"/>
                </a:solidFill>
                <a:latin typeface="Euler"/>
              </a:rPr>
              <a:t>▶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637200" y="214488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X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752040" y="2200320"/>
            <a:ext cx="1008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790" spc="-1" strike="noStrike">
                <a:solidFill>
                  <a:srgbClr val="000000"/>
                </a:solidFill>
                <a:latin typeface="PLMathItalic8"/>
              </a:rPr>
              <a:t>m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942" name=""/>
          <p:cNvSpPr txBox="1"/>
          <p:nvPr/>
        </p:nvSpPr>
        <p:spPr>
          <a:xfrm>
            <a:off x="899280" y="2148120"/>
            <a:ext cx="235692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_x0015_ uªamek molowy monomerów w miceli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46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947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948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949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950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951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952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953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954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955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956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957" name=""/>
          <p:cNvSpPr/>
          <p:nvPr/>
        </p:nvSpPr>
        <p:spPr>
          <a:xfrm>
            <a:off x="47880" y="3234960"/>
            <a:ext cx="287280" cy="191160"/>
          </a:xfrm>
          <a:custGeom>
            <a:avLst/>
            <a:gdLst/>
            <a:ahLst/>
            <a:rect l="0" t="0" r="r" b="b"/>
            <a:pathLst>
              <a:path w="798" h="531">
                <a:moveTo>
                  <a:pt x="162" y="109"/>
                </a:moveTo>
                <a:cubicBezTo>
                  <a:pt x="64" y="127"/>
                  <a:pt x="-93" y="306"/>
                  <a:pt x="72" y="464"/>
                </a:cubicBezTo>
                <a:cubicBezTo>
                  <a:pt x="238" y="622"/>
                  <a:pt x="1104" y="516"/>
                  <a:pt x="685" y="0"/>
                </a:cubicBezTo>
                <a:cubicBezTo>
                  <a:pt x="333" y="189"/>
                  <a:pt x="454" y="16"/>
                  <a:pt x="162" y="109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958" name=""/>
          <p:cNvSpPr/>
          <p:nvPr/>
        </p:nvSpPr>
        <p:spPr>
          <a:xfrm>
            <a:off x="90000" y="3133440"/>
            <a:ext cx="144360" cy="180000"/>
          </a:xfrm>
          <a:custGeom>
            <a:avLst/>
            <a:gdLst/>
            <a:ahLst/>
            <a:rect l="0" t="0" r="r" b="b"/>
            <a:pathLst>
              <a:path w="401" h="500">
                <a:moveTo>
                  <a:pt x="401" y="251"/>
                </a:moveTo>
                <a:cubicBezTo>
                  <a:pt x="401" y="112"/>
                  <a:pt x="310" y="0"/>
                  <a:pt x="200" y="0"/>
                </a:cubicBezTo>
                <a:cubicBezTo>
                  <a:pt x="89" y="0"/>
                  <a:pt x="0" y="112"/>
                  <a:pt x="0" y="251"/>
                </a:cubicBezTo>
                <a:cubicBezTo>
                  <a:pt x="0" y="389"/>
                  <a:pt x="89" y="500"/>
                  <a:pt x="200" y="500"/>
                </a:cubicBezTo>
                <a:cubicBezTo>
                  <a:pt x="310" y="500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959" name=""/>
          <p:cNvSpPr/>
          <p:nvPr/>
        </p:nvSpPr>
        <p:spPr>
          <a:xfrm>
            <a:off x="73440" y="3225960"/>
            <a:ext cx="90360" cy="49320"/>
          </a:xfrm>
          <a:custGeom>
            <a:avLst/>
            <a:gdLst/>
            <a:ahLst/>
            <a:rect l="0" t="0" r="r" b="b"/>
            <a:pathLst>
              <a:path w="251" h="137">
                <a:moveTo>
                  <a:pt x="48" y="4"/>
                </a:moveTo>
                <a:cubicBezTo>
                  <a:pt x="143" y="-19"/>
                  <a:pt x="102" y="72"/>
                  <a:pt x="251" y="46"/>
                </a:cubicBezTo>
                <a:cubicBezTo>
                  <a:pt x="-82" y="254"/>
                  <a:pt x="-7" y="46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960" name=""/>
          <p:cNvSpPr/>
          <p:nvPr/>
        </p:nvSpPr>
        <p:spPr>
          <a:xfrm>
            <a:off x="136800" y="3193920"/>
            <a:ext cx="27720" cy="35280"/>
          </a:xfrm>
          <a:custGeom>
            <a:avLst/>
            <a:gdLst/>
            <a:ahLst/>
            <a:rect l="0" t="0" r="r" b="b"/>
            <a:pathLst>
              <a:path w="77" h="98">
                <a:moveTo>
                  <a:pt x="73" y="62"/>
                </a:moveTo>
                <a:cubicBezTo>
                  <a:pt x="82" y="36"/>
                  <a:pt x="75" y="9"/>
                  <a:pt x="56" y="2"/>
                </a:cubicBezTo>
                <a:cubicBezTo>
                  <a:pt x="38" y="-5"/>
                  <a:pt x="14" y="11"/>
                  <a:pt x="4" y="37"/>
                </a:cubicBezTo>
                <a:cubicBezTo>
                  <a:pt x="-5" y="63"/>
                  <a:pt x="2" y="90"/>
                  <a:pt x="21" y="97"/>
                </a:cubicBezTo>
                <a:cubicBezTo>
                  <a:pt x="40" y="104"/>
                  <a:pt x="63" y="88"/>
                  <a:pt x="73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961" name=""/>
          <p:cNvSpPr/>
          <p:nvPr/>
        </p:nvSpPr>
        <p:spPr>
          <a:xfrm>
            <a:off x="147960" y="3204360"/>
            <a:ext cx="12240" cy="19800"/>
          </a:xfrm>
          <a:custGeom>
            <a:avLst/>
            <a:gdLst/>
            <a:ahLst/>
            <a:rect l="0" t="0" r="r" b="b"/>
            <a:pathLst>
              <a:path w="34" h="55">
                <a:moveTo>
                  <a:pt x="30" y="32"/>
                </a:moveTo>
                <a:cubicBezTo>
                  <a:pt x="37" y="18"/>
                  <a:pt x="34" y="3"/>
                  <a:pt x="27" y="1"/>
                </a:cubicBezTo>
                <a:cubicBezTo>
                  <a:pt x="19" y="-2"/>
                  <a:pt x="9" y="8"/>
                  <a:pt x="4" y="23"/>
                </a:cubicBezTo>
                <a:cubicBezTo>
                  <a:pt x="-3" y="38"/>
                  <a:pt x="-1" y="53"/>
                  <a:pt x="7" y="55"/>
                </a:cubicBezTo>
                <a:cubicBezTo>
                  <a:pt x="15" y="58"/>
                  <a:pt x="25" y="48"/>
                  <a:pt x="30" y="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962" name=""/>
          <p:cNvSpPr/>
          <p:nvPr/>
        </p:nvSpPr>
        <p:spPr>
          <a:xfrm>
            <a:off x="97920" y="318492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6"/>
                </a:moveTo>
                <a:cubicBezTo>
                  <a:pt x="72" y="32"/>
                  <a:pt x="66" y="8"/>
                  <a:pt x="50" y="2"/>
                </a:cubicBezTo>
                <a:cubicBezTo>
                  <a:pt x="34" y="-5"/>
                  <a:pt x="12" y="11"/>
                  <a:pt x="4" y="35"/>
                </a:cubicBezTo>
                <a:cubicBezTo>
                  <a:pt x="-5" y="58"/>
                  <a:pt x="1" y="82"/>
                  <a:pt x="18" y="89"/>
                </a:cubicBezTo>
                <a:cubicBezTo>
                  <a:pt x="35" y="95"/>
                  <a:pt x="55" y="80"/>
                  <a:pt x="64" y="56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963" name=""/>
          <p:cNvSpPr/>
          <p:nvPr/>
        </p:nvSpPr>
        <p:spPr>
          <a:xfrm>
            <a:off x="108360" y="3195000"/>
            <a:ext cx="10440" cy="18000"/>
          </a:xfrm>
          <a:custGeom>
            <a:avLst/>
            <a:gdLst/>
            <a:ahLst/>
            <a:rect l="0" t="0" r="r" b="b"/>
            <a:pathLst>
              <a:path w="29" h="50">
                <a:moveTo>
                  <a:pt x="26" y="28"/>
                </a:moveTo>
                <a:cubicBezTo>
                  <a:pt x="31" y="15"/>
                  <a:pt x="30" y="2"/>
                  <a:pt x="24" y="0"/>
                </a:cubicBezTo>
                <a:cubicBezTo>
                  <a:pt x="18" y="-2"/>
                  <a:pt x="8" y="7"/>
                  <a:pt x="3" y="20"/>
                </a:cubicBezTo>
                <a:cubicBezTo>
                  <a:pt x="-1" y="35"/>
                  <a:pt x="-1" y="47"/>
                  <a:pt x="5" y="49"/>
                </a:cubicBezTo>
                <a:cubicBezTo>
                  <a:pt x="12" y="51"/>
                  <a:pt x="21" y="42"/>
                  <a:pt x="26" y="2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964" name=""/>
          <p:cNvSpPr/>
          <p:nvPr/>
        </p:nvSpPr>
        <p:spPr>
          <a:xfrm>
            <a:off x="73800" y="3057840"/>
            <a:ext cx="108720" cy="112320"/>
          </a:xfrm>
          <a:custGeom>
            <a:avLst/>
            <a:gdLst/>
            <a:ahLst/>
            <a:rect l="0" t="0" r="r" b="b"/>
            <a:pathLst>
              <a:path w="302" h="312">
                <a:moveTo>
                  <a:pt x="125" y="271"/>
                </a:moveTo>
                <a:cubicBezTo>
                  <a:pt x="182" y="301"/>
                  <a:pt x="259" y="312"/>
                  <a:pt x="259" y="312"/>
                </a:cubicBezTo>
                <a:lnTo>
                  <a:pt x="302" y="106"/>
                </a:lnTo>
                <a:cubicBezTo>
                  <a:pt x="255" y="-96"/>
                  <a:pt x="-45" y="33"/>
                  <a:pt x="6" y="141"/>
                </a:cubicBezTo>
                <a:cubicBezTo>
                  <a:pt x="117" y="59"/>
                  <a:pt x="175" y="124"/>
                  <a:pt x="125" y="271"/>
                </a:cubicBezTo>
                <a:close/>
              </a:path>
            </a:pathLst>
          </a:custGeom>
          <a:solidFill>
            <a:srgbClr val="0000ff"/>
          </a:solidFill>
          <a:ln w="0">
            <a:noFill/>
          </a:ln>
        </p:spPr>
      </p:sp>
      <p:sp>
        <p:nvSpPr>
          <p:cNvPr id="965" name=""/>
          <p:cNvSpPr/>
          <p:nvPr/>
        </p:nvSpPr>
        <p:spPr>
          <a:xfrm>
            <a:off x="165960" y="3069360"/>
            <a:ext cx="120240" cy="101520"/>
          </a:xfrm>
          <a:custGeom>
            <a:avLst/>
            <a:gdLst/>
            <a:ahLst/>
            <a:rect l="0" t="0" r="r" b="b"/>
            <a:pathLst>
              <a:path w="334" h="282">
                <a:moveTo>
                  <a:pt x="144" y="272"/>
                </a:moveTo>
                <a:cubicBezTo>
                  <a:pt x="77" y="288"/>
                  <a:pt x="0" y="280"/>
                  <a:pt x="0" y="280"/>
                </a:cubicBezTo>
                <a:lnTo>
                  <a:pt x="46" y="75"/>
                </a:lnTo>
                <a:cubicBezTo>
                  <a:pt x="175" y="-106"/>
                  <a:pt x="406" y="87"/>
                  <a:pt x="312" y="177"/>
                </a:cubicBezTo>
                <a:cubicBezTo>
                  <a:pt x="240" y="73"/>
                  <a:pt x="158" y="122"/>
                  <a:pt x="144" y="272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</p:sp>
      <p:sp>
        <p:nvSpPr>
          <p:cNvPr id="966" name=""/>
          <p:cNvSpPr/>
          <p:nvPr/>
        </p:nvSpPr>
        <p:spPr>
          <a:xfrm>
            <a:off x="262800" y="3126600"/>
            <a:ext cx="29160" cy="29520"/>
          </a:xfrm>
          <a:custGeom>
            <a:avLst/>
            <a:gdLst/>
            <a:ahLst/>
            <a:rect l="0" t="0" r="r" b="b"/>
            <a:pathLst>
              <a:path w="81" h="82">
                <a:moveTo>
                  <a:pt x="81" y="40"/>
                </a:moveTo>
                <a:cubicBezTo>
                  <a:pt x="81" y="18"/>
                  <a:pt x="63" y="0"/>
                  <a:pt x="41" y="0"/>
                </a:cubicBezTo>
                <a:cubicBezTo>
                  <a:pt x="18" y="0"/>
                  <a:pt x="0" y="18"/>
                  <a:pt x="0" y="40"/>
                </a:cubicBezTo>
                <a:cubicBezTo>
                  <a:pt x="0" y="63"/>
                  <a:pt x="18" y="82"/>
                  <a:pt x="41" y="82"/>
                </a:cubicBezTo>
                <a:cubicBezTo>
                  <a:pt x="63" y="82"/>
                  <a:pt x="81" y="63"/>
                  <a:pt x="81" y="40"/>
                </a:cubicBezTo>
                <a:close/>
              </a:path>
            </a:pathLst>
          </a:custGeom>
          <a:solidFill>
            <a:srgbClr val="0000ff"/>
          </a:solidFill>
          <a:ln w="0">
            <a:noFill/>
          </a:ln>
        </p:spPr>
      </p:sp>
      <p:sp>
        <p:nvSpPr>
          <p:cNvPr id="967" name=""/>
          <p:cNvSpPr/>
          <p:nvPr/>
        </p:nvSpPr>
        <p:spPr>
          <a:xfrm>
            <a:off x="61200" y="3103920"/>
            <a:ext cx="29160" cy="29160"/>
          </a:xfrm>
          <a:custGeom>
            <a:avLst/>
            <a:gdLst/>
            <a:ahLst/>
            <a:rect l="0" t="0" r="r" b="b"/>
            <a:pathLst>
              <a:path w="81" h="81">
                <a:moveTo>
                  <a:pt x="81" y="40"/>
                </a:moveTo>
                <a:cubicBezTo>
                  <a:pt x="81" y="17"/>
                  <a:pt x="63" y="0"/>
                  <a:pt x="41" y="0"/>
                </a:cubicBezTo>
                <a:cubicBezTo>
                  <a:pt x="18" y="0"/>
                  <a:pt x="0" y="17"/>
                  <a:pt x="0" y="40"/>
                </a:cubicBezTo>
                <a:cubicBezTo>
                  <a:pt x="0" y="63"/>
                  <a:pt x="18" y="81"/>
                  <a:pt x="41" y="81"/>
                </a:cubicBezTo>
                <a:cubicBezTo>
                  <a:pt x="63" y="81"/>
                  <a:pt x="81" y="63"/>
                  <a:pt x="81" y="40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</p:sp>
      <p:sp>
        <p:nvSpPr>
          <p:cNvPr id="968" name=""/>
          <p:cNvSpPr/>
          <p:nvPr/>
        </p:nvSpPr>
        <p:spPr>
          <a:xfrm>
            <a:off x="178920" y="324324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60"/>
                </a:moveTo>
                <a:lnTo>
                  <a:pt x="129" y="9"/>
                </a:lnTo>
                <a:cubicBezTo>
                  <a:pt x="132" y="2"/>
                  <a:pt x="140" y="-2"/>
                  <a:pt x="147" y="1"/>
                </a:cubicBezTo>
                <a:lnTo>
                  <a:pt x="158" y="5"/>
                </a:lnTo>
                <a:cubicBezTo>
                  <a:pt x="166" y="8"/>
                  <a:pt x="169" y="16"/>
                  <a:pt x="167" y="23"/>
                </a:cubicBezTo>
                <a:lnTo>
                  <a:pt x="38" y="373"/>
                </a:lnTo>
                <a:cubicBezTo>
                  <a:pt x="36" y="381"/>
                  <a:pt x="28" y="385"/>
                  <a:pt x="20" y="382"/>
                </a:cubicBezTo>
                <a:lnTo>
                  <a:pt x="9" y="378"/>
                </a:lnTo>
                <a:cubicBezTo>
                  <a:pt x="2" y="375"/>
                  <a:pt x="-2" y="367"/>
                  <a:pt x="1" y="360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969" name=""/>
          <p:cNvSpPr/>
          <p:nvPr/>
        </p:nvSpPr>
        <p:spPr>
          <a:xfrm>
            <a:off x="171720" y="3135600"/>
            <a:ext cx="154080" cy="136800"/>
          </a:xfrm>
          <a:custGeom>
            <a:avLst/>
            <a:gdLst/>
            <a:ahLst/>
            <a:rect l="0" t="0" r="r" b="b"/>
            <a:pathLst>
              <a:path w="428" h="380">
                <a:moveTo>
                  <a:pt x="1" y="247"/>
                </a:moveTo>
                <a:lnTo>
                  <a:pt x="88" y="9"/>
                </a:lnTo>
                <a:cubicBezTo>
                  <a:pt x="90" y="2"/>
                  <a:pt x="98" y="-2"/>
                  <a:pt x="106" y="1"/>
                </a:cubicBezTo>
                <a:lnTo>
                  <a:pt x="419" y="114"/>
                </a:lnTo>
                <a:cubicBezTo>
                  <a:pt x="426" y="117"/>
                  <a:pt x="430" y="125"/>
                  <a:pt x="427" y="132"/>
                </a:cubicBezTo>
                <a:lnTo>
                  <a:pt x="341" y="370"/>
                </a:lnTo>
                <a:cubicBezTo>
                  <a:pt x="338" y="377"/>
                  <a:pt x="330" y="381"/>
                  <a:pt x="323" y="379"/>
                </a:cubicBezTo>
                <a:lnTo>
                  <a:pt x="10" y="265"/>
                </a:lnTo>
                <a:cubicBezTo>
                  <a:pt x="3" y="262"/>
                  <a:pt x="-1" y="254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970" name=""/>
          <p:cNvSpPr/>
          <p:nvPr/>
        </p:nvSpPr>
        <p:spPr>
          <a:xfrm>
            <a:off x="180720" y="314496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8"/>
                </a:moveTo>
                <a:lnTo>
                  <a:pt x="75" y="9"/>
                </a:lnTo>
                <a:cubicBezTo>
                  <a:pt x="77" y="2"/>
                  <a:pt x="85" y="-2"/>
                  <a:pt x="93" y="1"/>
                </a:cubicBezTo>
                <a:lnTo>
                  <a:pt x="367" y="100"/>
                </a:lnTo>
                <a:cubicBezTo>
                  <a:pt x="374" y="103"/>
                  <a:pt x="378" y="111"/>
                  <a:pt x="375" y="118"/>
                </a:cubicBezTo>
                <a:lnTo>
                  <a:pt x="303" y="319"/>
                </a:lnTo>
                <a:cubicBezTo>
                  <a:pt x="300" y="326"/>
                  <a:pt x="292" y="330"/>
                  <a:pt x="285" y="327"/>
                </a:cubicBezTo>
                <a:lnTo>
                  <a:pt x="10" y="226"/>
                </a:lnTo>
                <a:cubicBezTo>
                  <a:pt x="2" y="223"/>
                  <a:pt x="-2" y="215"/>
                  <a:pt x="1" y="208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971" name=""/>
          <p:cNvSpPr/>
          <p:nvPr/>
        </p:nvSpPr>
        <p:spPr>
          <a:xfrm>
            <a:off x="18000" y="3042000"/>
            <a:ext cx="396360" cy="343800"/>
          </a:xfrm>
          <a:custGeom>
            <a:avLst/>
            <a:gdLst/>
            <a:ahLst/>
            <a:rect l="0" t="0" r="r" b="b"/>
            <a:pathLst>
              <a:path fill="none" w="1101" h="955">
                <a:moveTo>
                  <a:pt x="1101" y="550"/>
                </a:moveTo>
                <a:cubicBezTo>
                  <a:pt x="1101" y="246"/>
                  <a:pt x="854" y="0"/>
                  <a:pt x="551" y="0"/>
                </a:cubicBezTo>
                <a:cubicBezTo>
                  <a:pt x="246" y="0"/>
                  <a:pt x="0" y="246"/>
                  <a:pt x="0" y="550"/>
                </a:cubicBezTo>
                <a:cubicBezTo>
                  <a:pt x="0" y="704"/>
                  <a:pt x="64" y="851"/>
                  <a:pt x="177" y="955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972" name=""/>
          <p:cNvSpPr/>
          <p:nvPr/>
        </p:nvSpPr>
        <p:spPr>
          <a:xfrm>
            <a:off x="69120" y="3372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5"/>
                </a:moveTo>
                <a:cubicBezTo>
                  <a:pt x="71" y="16"/>
                  <a:pt x="55" y="0"/>
                  <a:pt x="35" y="0"/>
                </a:cubicBezTo>
                <a:cubicBezTo>
                  <a:pt x="16" y="0"/>
                  <a:pt x="0" y="16"/>
                  <a:pt x="0" y="35"/>
                </a:cubicBezTo>
                <a:cubicBezTo>
                  <a:pt x="0" y="56"/>
                  <a:pt x="16" y="71"/>
                  <a:pt x="35" y="71"/>
                </a:cubicBezTo>
                <a:cubicBezTo>
                  <a:pt x="55" y="71"/>
                  <a:pt x="71" y="56"/>
                  <a:pt x="71" y="3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973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974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975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976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977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978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79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980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981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982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983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984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985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86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987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988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989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90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91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92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93" name=""/>
          <p:cNvSpPr txBox="1"/>
          <p:nvPr/>
        </p:nvSpPr>
        <p:spPr>
          <a:xfrm rot="1200000">
            <a:off x="179640" y="3125160"/>
            <a:ext cx="156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12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95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996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999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000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001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1002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003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004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06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07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08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09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10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1012" name=""/>
          <p:cNvSpPr/>
          <p:nvPr/>
        </p:nvSpPr>
        <p:spPr>
          <a:xfrm>
            <a:off x="0" y="308520"/>
            <a:ext cx="5760000" cy="295200"/>
          </a:xfrm>
          <a:custGeom>
            <a:avLst/>
            <a:gdLst/>
            <a:ahLst/>
            <a:rect l="0" t="0" r="r" b="b"/>
            <a:pathLst>
              <a:path w="16000" h="820">
                <a:moveTo>
                  <a:pt x="0" y="820"/>
                </a:moveTo>
                <a:lnTo>
                  <a:pt x="16000" y="820"/>
                </a:lnTo>
                <a:lnTo>
                  <a:pt x="16000" y="0"/>
                </a:lnTo>
                <a:lnTo>
                  <a:pt x="0" y="0"/>
                </a:lnTo>
                <a:lnTo>
                  <a:pt x="0" y="82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1013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108000" y="354960"/>
            <a:ext cx="198504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Micele: termodynamika I</a:t>
            </a:r>
            <a:endParaRPr b="0" lang="pl-PL" sz="1430" spc="-1" strike="noStrike"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460080" y="65448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4c004c"/>
                </a:solidFill>
                <a:latin typeface="Euler"/>
              </a:rPr>
              <a:t>▶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637200" y="673200"/>
            <a:ext cx="79488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CMC (critical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1492920" y="673200"/>
            <a:ext cx="37346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micelle concentration) _x0015_ st¦»enie surfaktantu, powy»ej którego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637200" y="811080"/>
            <a:ext cx="18860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spontanicznie tworz¡ si¦ micele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460080" y="94968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4c004c"/>
                </a:solidFill>
                <a:latin typeface="Euler"/>
              </a:rPr>
              <a:t>▶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637200" y="968760"/>
            <a:ext cx="488520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troch¦ jak przemiana fazowa _x0015_ poni»ej CMC mamy roztwór, powy»ej CMC mamy</a:t>
            </a:r>
            <a:endParaRPr b="0" lang="pl-PL" sz="1090" spc="-1" strike="noStrike">
              <a:latin typeface="Times New Roman"/>
            </a:endParaRPr>
          </a:p>
        </p:txBody>
      </p:sp>
      <p:pic>
        <p:nvPicPr>
          <p:cNvPr id="1021" name="" descr=""/>
          <p:cNvPicPr/>
          <p:nvPr/>
        </p:nvPicPr>
        <p:blipFill>
          <a:blip r:embed="rId2"/>
          <a:stretch/>
        </p:blipFill>
        <p:spPr>
          <a:xfrm>
            <a:off x="1242000" y="1351440"/>
            <a:ext cx="3275640" cy="2355480"/>
          </a:xfrm>
          <a:prstGeom prst="rect">
            <a:avLst/>
          </a:prstGeom>
          <a:ln w="0">
            <a:noFill/>
          </a:ln>
        </p:spPr>
      </p:pic>
      <p:sp>
        <p:nvSpPr>
          <p:cNvPr id="1022" name=""/>
          <p:cNvSpPr txBox="1"/>
          <p:nvPr/>
        </p:nvSpPr>
        <p:spPr>
          <a:xfrm>
            <a:off x="637200" y="1106280"/>
            <a:ext cx="40320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micele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452880" y="2981880"/>
            <a:ext cx="51854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4c004c"/>
                </a:solidFill>
                <a:latin typeface="Arial"/>
              </a:rPr>
              <a:t>Rysunek:</a:t>
            </a:r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 Zale»no±¢ mi¦dzy st¦»eniem monomerycznym w roztworze a caªkowitym dodanym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1159920" y="3103560"/>
            <a:ext cx="24620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st¦»eniem w (a) rzeczywistym rozdziale faz 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026" name=""/>
          <p:cNvSpPr txBox="1"/>
          <p:nvPr/>
        </p:nvSpPr>
        <p:spPr>
          <a:xfrm>
            <a:off x="3548520" y="3103560"/>
            <a:ext cx="10890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(b) tworzeniu miceli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30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031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032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033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034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035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036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037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038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039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1040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1041" name=""/>
          <p:cNvSpPr/>
          <p:nvPr/>
        </p:nvSpPr>
        <p:spPr>
          <a:xfrm>
            <a:off x="47880" y="3226320"/>
            <a:ext cx="287280" cy="191520"/>
          </a:xfrm>
          <a:custGeom>
            <a:avLst/>
            <a:gdLst/>
            <a:ahLst/>
            <a:rect l="0" t="0" r="r" b="b"/>
            <a:pathLst>
              <a:path w="798" h="532">
                <a:moveTo>
                  <a:pt x="162" y="110"/>
                </a:moveTo>
                <a:cubicBezTo>
                  <a:pt x="64" y="127"/>
                  <a:pt x="-93" y="305"/>
                  <a:pt x="72" y="464"/>
                </a:cubicBezTo>
                <a:cubicBezTo>
                  <a:pt x="238" y="623"/>
                  <a:pt x="1104" y="517"/>
                  <a:pt x="685" y="0"/>
                </a:cubicBezTo>
                <a:cubicBezTo>
                  <a:pt x="333" y="189"/>
                  <a:pt x="454" y="16"/>
                  <a:pt x="162" y="110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042" name=""/>
          <p:cNvSpPr/>
          <p:nvPr/>
        </p:nvSpPr>
        <p:spPr>
          <a:xfrm>
            <a:off x="90000" y="312480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2"/>
                  <a:pt x="310" y="0"/>
                  <a:pt x="200" y="0"/>
                </a:cubicBezTo>
                <a:cubicBezTo>
                  <a:pt x="89" y="0"/>
                  <a:pt x="0" y="112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0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043" name=""/>
          <p:cNvSpPr/>
          <p:nvPr/>
        </p:nvSpPr>
        <p:spPr>
          <a:xfrm>
            <a:off x="73440" y="3217320"/>
            <a:ext cx="90360" cy="49320"/>
          </a:xfrm>
          <a:custGeom>
            <a:avLst/>
            <a:gdLst/>
            <a:ahLst/>
            <a:rect l="0" t="0" r="r" b="b"/>
            <a:pathLst>
              <a:path w="251" h="137">
                <a:moveTo>
                  <a:pt x="48" y="4"/>
                </a:moveTo>
                <a:cubicBezTo>
                  <a:pt x="143" y="-19"/>
                  <a:pt x="102" y="72"/>
                  <a:pt x="251" y="46"/>
                </a:cubicBezTo>
                <a:cubicBezTo>
                  <a:pt x="-82" y="255"/>
                  <a:pt x="-7" y="46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1044" name=""/>
          <p:cNvSpPr/>
          <p:nvPr/>
        </p:nvSpPr>
        <p:spPr>
          <a:xfrm>
            <a:off x="136800" y="3185280"/>
            <a:ext cx="27720" cy="35280"/>
          </a:xfrm>
          <a:custGeom>
            <a:avLst/>
            <a:gdLst/>
            <a:ahLst/>
            <a:rect l="0" t="0" r="r" b="b"/>
            <a:pathLst>
              <a:path w="77" h="98">
                <a:moveTo>
                  <a:pt x="73" y="62"/>
                </a:moveTo>
                <a:cubicBezTo>
                  <a:pt x="82" y="36"/>
                  <a:pt x="75" y="8"/>
                  <a:pt x="56" y="2"/>
                </a:cubicBezTo>
                <a:cubicBezTo>
                  <a:pt x="38" y="-5"/>
                  <a:pt x="14" y="10"/>
                  <a:pt x="4" y="37"/>
                </a:cubicBezTo>
                <a:cubicBezTo>
                  <a:pt x="-5" y="63"/>
                  <a:pt x="2" y="90"/>
                  <a:pt x="21" y="97"/>
                </a:cubicBezTo>
                <a:cubicBezTo>
                  <a:pt x="40" y="103"/>
                  <a:pt x="63" y="88"/>
                  <a:pt x="73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045" name=""/>
          <p:cNvSpPr/>
          <p:nvPr/>
        </p:nvSpPr>
        <p:spPr>
          <a:xfrm>
            <a:off x="147960" y="3195720"/>
            <a:ext cx="12240" cy="19800"/>
          </a:xfrm>
          <a:custGeom>
            <a:avLst/>
            <a:gdLst/>
            <a:ahLst/>
            <a:rect l="0" t="0" r="r" b="b"/>
            <a:pathLst>
              <a:path w="34" h="55">
                <a:moveTo>
                  <a:pt x="30" y="32"/>
                </a:moveTo>
                <a:cubicBezTo>
                  <a:pt x="37" y="18"/>
                  <a:pt x="34" y="2"/>
                  <a:pt x="27" y="0"/>
                </a:cubicBezTo>
                <a:cubicBezTo>
                  <a:pt x="19" y="-3"/>
                  <a:pt x="9" y="8"/>
                  <a:pt x="4" y="23"/>
                </a:cubicBezTo>
                <a:cubicBezTo>
                  <a:pt x="-3" y="37"/>
                  <a:pt x="-1" y="52"/>
                  <a:pt x="7" y="54"/>
                </a:cubicBezTo>
                <a:cubicBezTo>
                  <a:pt x="15" y="57"/>
                  <a:pt x="25" y="47"/>
                  <a:pt x="30" y="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046" name=""/>
          <p:cNvSpPr/>
          <p:nvPr/>
        </p:nvSpPr>
        <p:spPr>
          <a:xfrm>
            <a:off x="97920" y="317628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6"/>
                </a:moveTo>
                <a:cubicBezTo>
                  <a:pt x="72" y="32"/>
                  <a:pt x="66" y="7"/>
                  <a:pt x="50" y="1"/>
                </a:cubicBezTo>
                <a:cubicBezTo>
                  <a:pt x="34" y="-5"/>
                  <a:pt x="12" y="10"/>
                  <a:pt x="4" y="35"/>
                </a:cubicBezTo>
                <a:cubicBezTo>
                  <a:pt x="-5" y="58"/>
                  <a:pt x="1" y="82"/>
                  <a:pt x="18" y="88"/>
                </a:cubicBezTo>
                <a:cubicBezTo>
                  <a:pt x="35" y="94"/>
                  <a:pt x="55" y="80"/>
                  <a:pt x="64" y="56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047" name=""/>
          <p:cNvSpPr/>
          <p:nvPr/>
        </p:nvSpPr>
        <p:spPr>
          <a:xfrm>
            <a:off x="108360" y="3186360"/>
            <a:ext cx="10440" cy="18000"/>
          </a:xfrm>
          <a:custGeom>
            <a:avLst/>
            <a:gdLst/>
            <a:ahLst/>
            <a:rect l="0" t="0" r="r" b="b"/>
            <a:pathLst>
              <a:path w="29" h="50">
                <a:moveTo>
                  <a:pt x="26" y="29"/>
                </a:moveTo>
                <a:cubicBezTo>
                  <a:pt x="31" y="16"/>
                  <a:pt x="30" y="2"/>
                  <a:pt x="24" y="0"/>
                </a:cubicBezTo>
                <a:cubicBezTo>
                  <a:pt x="18" y="-2"/>
                  <a:pt x="8" y="8"/>
                  <a:pt x="3" y="21"/>
                </a:cubicBezTo>
                <a:cubicBezTo>
                  <a:pt x="-1" y="35"/>
                  <a:pt x="-1" y="47"/>
                  <a:pt x="5" y="49"/>
                </a:cubicBezTo>
                <a:cubicBezTo>
                  <a:pt x="12" y="51"/>
                  <a:pt x="21" y="42"/>
                  <a:pt x="26" y="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048" name=""/>
          <p:cNvSpPr/>
          <p:nvPr/>
        </p:nvSpPr>
        <p:spPr>
          <a:xfrm>
            <a:off x="57600" y="3052440"/>
            <a:ext cx="198000" cy="133920"/>
          </a:xfrm>
          <a:custGeom>
            <a:avLst/>
            <a:gdLst/>
            <a:ahLst/>
            <a:rect l="0" t="0" r="r" b="b"/>
            <a:pathLst>
              <a:path w="550" h="372">
                <a:moveTo>
                  <a:pt x="549" y="222"/>
                </a:moveTo>
                <a:cubicBezTo>
                  <a:pt x="557" y="133"/>
                  <a:pt x="510" y="57"/>
                  <a:pt x="444" y="51"/>
                </a:cubicBezTo>
                <a:cubicBezTo>
                  <a:pt x="378" y="46"/>
                  <a:pt x="318" y="112"/>
                  <a:pt x="310" y="200"/>
                </a:cubicBezTo>
                <a:cubicBezTo>
                  <a:pt x="303" y="289"/>
                  <a:pt x="350" y="365"/>
                  <a:pt x="416" y="371"/>
                </a:cubicBezTo>
                <a:cubicBezTo>
                  <a:pt x="482" y="377"/>
                  <a:pt x="542" y="310"/>
                  <a:pt x="549" y="222"/>
                </a:cubicBezTo>
                <a:moveTo>
                  <a:pt x="241" y="170"/>
                </a:moveTo>
                <a:cubicBezTo>
                  <a:pt x="248" y="82"/>
                  <a:pt x="201" y="6"/>
                  <a:pt x="135" y="0"/>
                </a:cubicBezTo>
                <a:cubicBezTo>
                  <a:pt x="68" y="-5"/>
                  <a:pt x="8" y="61"/>
                  <a:pt x="1" y="149"/>
                </a:cubicBezTo>
                <a:cubicBezTo>
                  <a:pt x="-7" y="238"/>
                  <a:pt x="40" y="314"/>
                  <a:pt x="106" y="320"/>
                </a:cubicBezTo>
                <a:cubicBezTo>
                  <a:pt x="173" y="326"/>
                  <a:pt x="233" y="259"/>
                  <a:pt x="241" y="170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049" name=""/>
          <p:cNvSpPr/>
          <p:nvPr/>
        </p:nvSpPr>
        <p:spPr>
          <a:xfrm>
            <a:off x="64800" y="3059640"/>
            <a:ext cx="183600" cy="119520"/>
          </a:xfrm>
          <a:custGeom>
            <a:avLst/>
            <a:gdLst/>
            <a:ahLst/>
            <a:rect l="0" t="0" r="r" b="b"/>
            <a:pathLst>
              <a:path w="510" h="332">
                <a:moveTo>
                  <a:pt x="510" y="200"/>
                </a:moveTo>
                <a:cubicBezTo>
                  <a:pt x="517" y="122"/>
                  <a:pt x="478" y="56"/>
                  <a:pt x="423" y="51"/>
                </a:cubicBezTo>
                <a:cubicBezTo>
                  <a:pt x="368" y="47"/>
                  <a:pt x="318" y="105"/>
                  <a:pt x="311" y="182"/>
                </a:cubicBezTo>
                <a:cubicBezTo>
                  <a:pt x="304" y="260"/>
                  <a:pt x="344" y="326"/>
                  <a:pt x="399" y="331"/>
                </a:cubicBezTo>
                <a:cubicBezTo>
                  <a:pt x="454" y="336"/>
                  <a:pt x="504" y="278"/>
                  <a:pt x="510" y="200"/>
                </a:cubicBezTo>
                <a:moveTo>
                  <a:pt x="202" y="148"/>
                </a:moveTo>
                <a:cubicBezTo>
                  <a:pt x="208" y="71"/>
                  <a:pt x="169" y="5"/>
                  <a:pt x="114" y="0"/>
                </a:cubicBezTo>
                <a:cubicBezTo>
                  <a:pt x="58" y="-5"/>
                  <a:pt x="8" y="54"/>
                  <a:pt x="1" y="131"/>
                </a:cubicBezTo>
                <a:cubicBezTo>
                  <a:pt x="-5" y="208"/>
                  <a:pt x="34" y="275"/>
                  <a:pt x="90" y="280"/>
                </a:cubicBezTo>
                <a:cubicBezTo>
                  <a:pt x="145" y="285"/>
                  <a:pt x="195" y="225"/>
                  <a:pt x="202" y="148"/>
                </a:cubicBezTo>
                <a:close/>
              </a:path>
            </a:pathLst>
          </a:custGeom>
          <a:solidFill>
            <a:srgbClr val="f6e98c"/>
          </a:solidFill>
          <a:ln w="0">
            <a:noFill/>
          </a:ln>
        </p:spPr>
      </p:sp>
      <p:sp>
        <p:nvSpPr>
          <p:cNvPr id="1050" name=""/>
          <p:cNvSpPr/>
          <p:nvPr/>
        </p:nvSpPr>
        <p:spPr>
          <a:xfrm>
            <a:off x="178920" y="323460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60"/>
                </a:moveTo>
                <a:lnTo>
                  <a:pt x="129" y="9"/>
                </a:lnTo>
                <a:cubicBezTo>
                  <a:pt x="132" y="2"/>
                  <a:pt x="140" y="-2"/>
                  <a:pt x="147" y="1"/>
                </a:cubicBezTo>
                <a:lnTo>
                  <a:pt x="158" y="5"/>
                </a:lnTo>
                <a:cubicBezTo>
                  <a:pt x="166" y="8"/>
                  <a:pt x="169" y="16"/>
                  <a:pt x="167" y="23"/>
                </a:cubicBezTo>
                <a:lnTo>
                  <a:pt x="38" y="374"/>
                </a:lnTo>
                <a:cubicBezTo>
                  <a:pt x="36" y="381"/>
                  <a:pt x="28" y="385"/>
                  <a:pt x="20" y="382"/>
                </a:cubicBezTo>
                <a:lnTo>
                  <a:pt x="9" y="378"/>
                </a:lnTo>
                <a:cubicBezTo>
                  <a:pt x="2" y="375"/>
                  <a:pt x="-2" y="367"/>
                  <a:pt x="1" y="360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051" name=""/>
          <p:cNvSpPr/>
          <p:nvPr/>
        </p:nvSpPr>
        <p:spPr>
          <a:xfrm>
            <a:off x="171720" y="3126960"/>
            <a:ext cx="154080" cy="136800"/>
          </a:xfrm>
          <a:custGeom>
            <a:avLst/>
            <a:gdLst/>
            <a:ahLst/>
            <a:rect l="0" t="0" r="r" b="b"/>
            <a:pathLst>
              <a:path w="428" h="380">
                <a:moveTo>
                  <a:pt x="1" y="247"/>
                </a:moveTo>
                <a:lnTo>
                  <a:pt x="88" y="9"/>
                </a:lnTo>
                <a:cubicBezTo>
                  <a:pt x="90" y="2"/>
                  <a:pt x="98" y="-2"/>
                  <a:pt x="106" y="1"/>
                </a:cubicBezTo>
                <a:lnTo>
                  <a:pt x="419" y="114"/>
                </a:lnTo>
                <a:cubicBezTo>
                  <a:pt x="426" y="117"/>
                  <a:pt x="430" y="125"/>
                  <a:pt x="427" y="132"/>
                </a:cubicBezTo>
                <a:lnTo>
                  <a:pt x="341" y="370"/>
                </a:lnTo>
                <a:cubicBezTo>
                  <a:pt x="338" y="377"/>
                  <a:pt x="330" y="381"/>
                  <a:pt x="323" y="379"/>
                </a:cubicBezTo>
                <a:lnTo>
                  <a:pt x="10" y="265"/>
                </a:lnTo>
                <a:cubicBezTo>
                  <a:pt x="3" y="262"/>
                  <a:pt x="-1" y="254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052" name=""/>
          <p:cNvSpPr/>
          <p:nvPr/>
        </p:nvSpPr>
        <p:spPr>
          <a:xfrm>
            <a:off x="180720" y="313632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8"/>
                </a:moveTo>
                <a:lnTo>
                  <a:pt x="75" y="9"/>
                </a:lnTo>
                <a:cubicBezTo>
                  <a:pt x="77" y="2"/>
                  <a:pt x="85" y="-2"/>
                  <a:pt x="93" y="1"/>
                </a:cubicBezTo>
                <a:lnTo>
                  <a:pt x="367" y="100"/>
                </a:lnTo>
                <a:cubicBezTo>
                  <a:pt x="374" y="103"/>
                  <a:pt x="378" y="111"/>
                  <a:pt x="375" y="118"/>
                </a:cubicBezTo>
                <a:lnTo>
                  <a:pt x="303" y="319"/>
                </a:lnTo>
                <a:cubicBezTo>
                  <a:pt x="300" y="326"/>
                  <a:pt x="292" y="330"/>
                  <a:pt x="285" y="327"/>
                </a:cubicBezTo>
                <a:lnTo>
                  <a:pt x="10" y="226"/>
                </a:lnTo>
                <a:cubicBezTo>
                  <a:pt x="2" y="223"/>
                  <a:pt x="-2" y="215"/>
                  <a:pt x="1" y="208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1053" name=""/>
          <p:cNvSpPr/>
          <p:nvPr/>
        </p:nvSpPr>
        <p:spPr>
          <a:xfrm>
            <a:off x="18000" y="3042000"/>
            <a:ext cx="396360" cy="379440"/>
          </a:xfrm>
          <a:custGeom>
            <a:avLst/>
            <a:gdLst/>
            <a:ahLst/>
            <a:rect l="0" t="0" r="r" b="b"/>
            <a:pathLst>
              <a:path fill="none" w="1101" h="1054">
                <a:moveTo>
                  <a:pt x="1101" y="551"/>
                </a:moveTo>
                <a:cubicBezTo>
                  <a:pt x="1101" y="246"/>
                  <a:pt x="854" y="0"/>
                  <a:pt x="551" y="0"/>
                </a:cubicBezTo>
                <a:cubicBezTo>
                  <a:pt x="246" y="0"/>
                  <a:pt x="0" y="246"/>
                  <a:pt x="0" y="551"/>
                </a:cubicBezTo>
                <a:cubicBezTo>
                  <a:pt x="0" y="769"/>
                  <a:pt x="129" y="967"/>
                  <a:pt x="329" y="1054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1054" name=""/>
          <p:cNvSpPr/>
          <p:nvPr/>
        </p:nvSpPr>
        <p:spPr>
          <a:xfrm>
            <a:off x="123480" y="34084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72" y="36"/>
                </a:moveTo>
                <a:cubicBezTo>
                  <a:pt x="72" y="16"/>
                  <a:pt x="5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56"/>
                  <a:pt x="16" y="71"/>
                  <a:pt x="36" y="71"/>
                </a:cubicBezTo>
                <a:cubicBezTo>
                  <a:pt x="56" y="71"/>
                  <a:pt x="72" y="56"/>
                  <a:pt x="72" y="3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055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056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057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058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1059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060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61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062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063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064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065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066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067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68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069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1070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071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72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73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74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75" name=""/>
          <p:cNvSpPr txBox="1"/>
          <p:nvPr/>
        </p:nvSpPr>
        <p:spPr>
          <a:xfrm rot="1200000">
            <a:off x="179640" y="3116520"/>
            <a:ext cx="156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13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77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78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081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082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083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084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1085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086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88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89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90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91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092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1094" name=""/>
          <p:cNvSpPr/>
          <p:nvPr/>
        </p:nvSpPr>
        <p:spPr>
          <a:xfrm>
            <a:off x="0" y="308520"/>
            <a:ext cx="5760000" cy="295200"/>
          </a:xfrm>
          <a:custGeom>
            <a:avLst/>
            <a:gdLst/>
            <a:ahLst/>
            <a:rect l="0" t="0" r="r" b="b"/>
            <a:pathLst>
              <a:path w="16000" h="820">
                <a:moveTo>
                  <a:pt x="0" y="820"/>
                </a:moveTo>
                <a:lnTo>
                  <a:pt x="16000" y="820"/>
                </a:lnTo>
                <a:lnTo>
                  <a:pt x="16000" y="0"/>
                </a:lnTo>
                <a:lnTo>
                  <a:pt x="0" y="0"/>
                </a:lnTo>
                <a:lnTo>
                  <a:pt x="0" y="82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1095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pic>
        <p:nvPicPr>
          <p:cNvPr id="1096" name="" descr=""/>
          <p:cNvPicPr/>
          <p:nvPr/>
        </p:nvPicPr>
        <p:blipFill>
          <a:blip r:embed="rId2"/>
          <a:stretch/>
        </p:blipFill>
        <p:spPr>
          <a:xfrm>
            <a:off x="1620000" y="911160"/>
            <a:ext cx="2519640" cy="1872720"/>
          </a:xfrm>
          <a:prstGeom prst="rect">
            <a:avLst/>
          </a:prstGeom>
          <a:ln w="0">
            <a:noFill/>
          </a:ln>
        </p:spPr>
      </p:pic>
      <p:sp>
        <p:nvSpPr>
          <p:cNvPr id="1097" name=""/>
          <p:cNvSpPr txBox="1"/>
          <p:nvPr/>
        </p:nvSpPr>
        <p:spPr>
          <a:xfrm>
            <a:off x="108000" y="354960"/>
            <a:ext cx="203544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Micele: termodynamika II</a:t>
            </a:r>
            <a:endParaRPr b="0" lang="pl-PL" sz="1430" spc="-1" strike="noStrike">
              <a:latin typeface="Times New Roman"/>
            </a:endParaRPr>
          </a:p>
        </p:txBody>
      </p:sp>
      <p:sp>
        <p:nvSpPr>
          <p:cNvPr id="1098" name=""/>
          <p:cNvSpPr txBox="1"/>
          <p:nvPr/>
        </p:nvSpPr>
        <p:spPr>
          <a:xfrm>
            <a:off x="611280" y="2853360"/>
            <a:ext cx="11606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4c004c"/>
                </a:solidFill>
                <a:latin typeface="Arial"/>
              </a:rPr>
              <a:t>Rysunek:</a:t>
            </a:r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 Zale»no±¢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099" name=""/>
          <p:cNvSpPr txBox="1"/>
          <p:nvPr/>
        </p:nvSpPr>
        <p:spPr>
          <a:xfrm>
            <a:off x="1680840" y="2850480"/>
            <a:ext cx="66312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PLRoman10"/>
              </a:rPr>
              <a:t>(</a:t>
            </a:r>
            <a:r>
              <a:rPr b="0" i="1" lang="pl-PL" sz="989" spc="-1" strike="noStrike">
                <a:solidFill>
                  <a:srgbClr val="000000"/>
                </a:solidFill>
                <a:latin typeface="PLMathSymbols10"/>
              </a:rPr>
              <a:t>−</a:t>
            </a:r>
            <a:r>
              <a:rPr b="0" lang="pl-PL" sz="989" spc="-1" strike="noStrike">
                <a:solidFill>
                  <a:srgbClr val="000000"/>
                </a:solidFill>
                <a:latin typeface="PLRoman10"/>
              </a:rPr>
              <a:t> ln</a:t>
            </a:r>
            <a:r>
              <a:rPr b="0" i="1" lang="pl-PL" sz="989" spc="-1" strike="noStrike">
                <a:solidFill>
                  <a:srgbClr val="000000"/>
                </a:solidFill>
                <a:latin typeface="PLMathItalic10"/>
              </a:rPr>
              <a:t> cmc</a:t>
            </a:r>
            <a:r>
              <a:rPr b="0" lang="pl-PL" sz="989" spc="-1" strike="noStrike">
                <a:solidFill>
                  <a:srgbClr val="000000"/>
                </a:solidFill>
                <a:latin typeface="PLRoman10"/>
              </a:rPr>
              <a:t>)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101" name=""/>
          <p:cNvSpPr txBox="1"/>
          <p:nvPr/>
        </p:nvSpPr>
        <p:spPr>
          <a:xfrm>
            <a:off x="2288160" y="2853360"/>
            <a:ext cx="29876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od liczby atomów w¦gla w ªa«cuchu w¦glowodorowym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102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103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105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06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07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08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09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10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11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12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13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14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1115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1116" name=""/>
          <p:cNvSpPr/>
          <p:nvPr/>
        </p:nvSpPr>
        <p:spPr>
          <a:xfrm>
            <a:off x="47880" y="3224160"/>
            <a:ext cx="287280" cy="191160"/>
          </a:xfrm>
          <a:custGeom>
            <a:avLst/>
            <a:gdLst/>
            <a:ahLst/>
            <a:rect l="0" t="0" r="r" b="b"/>
            <a:pathLst>
              <a:path w="798" h="531">
                <a:moveTo>
                  <a:pt x="162" y="109"/>
                </a:moveTo>
                <a:cubicBezTo>
                  <a:pt x="64" y="127"/>
                  <a:pt x="-93" y="305"/>
                  <a:pt x="72" y="464"/>
                </a:cubicBezTo>
                <a:cubicBezTo>
                  <a:pt x="238" y="622"/>
                  <a:pt x="1104" y="516"/>
                  <a:pt x="685" y="0"/>
                </a:cubicBezTo>
                <a:cubicBezTo>
                  <a:pt x="333" y="189"/>
                  <a:pt x="454" y="16"/>
                  <a:pt x="162" y="109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117" name=""/>
          <p:cNvSpPr/>
          <p:nvPr/>
        </p:nvSpPr>
        <p:spPr>
          <a:xfrm>
            <a:off x="90000" y="312228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0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0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118" name=""/>
          <p:cNvSpPr/>
          <p:nvPr/>
        </p:nvSpPr>
        <p:spPr>
          <a:xfrm>
            <a:off x="73440" y="3215160"/>
            <a:ext cx="90360" cy="48960"/>
          </a:xfrm>
          <a:custGeom>
            <a:avLst/>
            <a:gdLst/>
            <a:ahLst/>
            <a:rect l="0" t="0" r="r" b="b"/>
            <a:pathLst>
              <a:path w="251" h="136">
                <a:moveTo>
                  <a:pt x="48" y="4"/>
                </a:moveTo>
                <a:cubicBezTo>
                  <a:pt x="143" y="-20"/>
                  <a:pt x="102" y="72"/>
                  <a:pt x="251" y="44"/>
                </a:cubicBezTo>
                <a:cubicBezTo>
                  <a:pt x="-82" y="254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1119" name=""/>
          <p:cNvSpPr/>
          <p:nvPr/>
        </p:nvSpPr>
        <p:spPr>
          <a:xfrm>
            <a:off x="136800" y="3183120"/>
            <a:ext cx="27720" cy="35280"/>
          </a:xfrm>
          <a:custGeom>
            <a:avLst/>
            <a:gdLst/>
            <a:ahLst/>
            <a:rect l="0" t="0" r="r" b="b"/>
            <a:pathLst>
              <a:path w="77" h="98">
                <a:moveTo>
                  <a:pt x="73" y="62"/>
                </a:moveTo>
                <a:cubicBezTo>
                  <a:pt x="82" y="36"/>
                  <a:pt x="75" y="8"/>
                  <a:pt x="56" y="1"/>
                </a:cubicBezTo>
                <a:cubicBezTo>
                  <a:pt x="38" y="-5"/>
                  <a:pt x="14" y="10"/>
                  <a:pt x="4" y="37"/>
                </a:cubicBezTo>
                <a:cubicBezTo>
                  <a:pt x="-5" y="63"/>
                  <a:pt x="2" y="90"/>
                  <a:pt x="21" y="96"/>
                </a:cubicBezTo>
                <a:cubicBezTo>
                  <a:pt x="40" y="103"/>
                  <a:pt x="63" y="88"/>
                  <a:pt x="73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120" name=""/>
          <p:cNvSpPr/>
          <p:nvPr/>
        </p:nvSpPr>
        <p:spPr>
          <a:xfrm>
            <a:off x="147960" y="319356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0" y="33"/>
                </a:moveTo>
                <a:cubicBezTo>
                  <a:pt x="37" y="18"/>
                  <a:pt x="34" y="3"/>
                  <a:pt x="27" y="0"/>
                </a:cubicBezTo>
                <a:cubicBezTo>
                  <a:pt x="19" y="-2"/>
                  <a:pt x="9" y="8"/>
                  <a:pt x="4" y="23"/>
                </a:cubicBezTo>
                <a:cubicBezTo>
                  <a:pt x="-3" y="38"/>
                  <a:pt x="-1" y="52"/>
                  <a:pt x="7" y="55"/>
                </a:cubicBezTo>
                <a:cubicBezTo>
                  <a:pt x="15" y="58"/>
                  <a:pt x="25" y="48"/>
                  <a:pt x="3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21" name=""/>
          <p:cNvSpPr/>
          <p:nvPr/>
        </p:nvSpPr>
        <p:spPr>
          <a:xfrm>
            <a:off x="97920" y="317412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6"/>
                </a:moveTo>
                <a:cubicBezTo>
                  <a:pt x="72" y="32"/>
                  <a:pt x="66" y="7"/>
                  <a:pt x="50" y="1"/>
                </a:cubicBezTo>
                <a:cubicBezTo>
                  <a:pt x="34" y="-5"/>
                  <a:pt x="12" y="10"/>
                  <a:pt x="4" y="34"/>
                </a:cubicBezTo>
                <a:cubicBezTo>
                  <a:pt x="-5" y="58"/>
                  <a:pt x="1" y="82"/>
                  <a:pt x="18" y="88"/>
                </a:cubicBezTo>
                <a:cubicBezTo>
                  <a:pt x="35" y="94"/>
                  <a:pt x="55" y="80"/>
                  <a:pt x="64" y="56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122" name=""/>
          <p:cNvSpPr/>
          <p:nvPr/>
        </p:nvSpPr>
        <p:spPr>
          <a:xfrm>
            <a:off x="108360" y="3183840"/>
            <a:ext cx="10440" cy="18000"/>
          </a:xfrm>
          <a:custGeom>
            <a:avLst/>
            <a:gdLst/>
            <a:ahLst/>
            <a:rect l="0" t="0" r="r" b="b"/>
            <a:pathLst>
              <a:path w="29" h="50">
                <a:moveTo>
                  <a:pt x="26" y="29"/>
                </a:moveTo>
                <a:cubicBezTo>
                  <a:pt x="31" y="16"/>
                  <a:pt x="30" y="2"/>
                  <a:pt x="24" y="0"/>
                </a:cubicBezTo>
                <a:cubicBezTo>
                  <a:pt x="18" y="-2"/>
                  <a:pt x="8" y="7"/>
                  <a:pt x="3" y="21"/>
                </a:cubicBezTo>
                <a:cubicBezTo>
                  <a:pt x="-1" y="34"/>
                  <a:pt x="-1" y="47"/>
                  <a:pt x="5" y="49"/>
                </a:cubicBezTo>
                <a:cubicBezTo>
                  <a:pt x="12" y="51"/>
                  <a:pt x="21" y="42"/>
                  <a:pt x="26" y="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23" name=""/>
          <p:cNvSpPr/>
          <p:nvPr/>
        </p:nvSpPr>
        <p:spPr>
          <a:xfrm>
            <a:off x="120240" y="3133080"/>
            <a:ext cx="103680" cy="39240"/>
          </a:xfrm>
          <a:custGeom>
            <a:avLst/>
            <a:gdLst/>
            <a:ahLst/>
            <a:rect l="0" t="0" r="r" b="b"/>
            <a:pathLst>
              <a:path w="288" h="109">
                <a:moveTo>
                  <a:pt x="287" y="93"/>
                </a:moveTo>
                <a:cubicBezTo>
                  <a:pt x="293" y="71"/>
                  <a:pt x="233" y="37"/>
                  <a:pt x="155" y="16"/>
                </a:cubicBezTo>
                <a:cubicBezTo>
                  <a:pt x="75" y="-5"/>
                  <a:pt x="6" y="-5"/>
                  <a:pt x="0" y="16"/>
                </a:cubicBezTo>
                <a:cubicBezTo>
                  <a:pt x="-6" y="38"/>
                  <a:pt x="54" y="72"/>
                  <a:pt x="134" y="93"/>
                </a:cubicBezTo>
                <a:cubicBezTo>
                  <a:pt x="213" y="115"/>
                  <a:pt x="281" y="115"/>
                  <a:pt x="287" y="9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24" name=""/>
          <p:cNvSpPr/>
          <p:nvPr/>
        </p:nvSpPr>
        <p:spPr>
          <a:xfrm>
            <a:off x="120240" y="3111120"/>
            <a:ext cx="110880" cy="55800"/>
          </a:xfrm>
          <a:custGeom>
            <a:avLst/>
            <a:gdLst/>
            <a:ahLst/>
            <a:rect l="0" t="0" r="r" b="b"/>
            <a:pathLst>
              <a:path w="308" h="155">
                <a:moveTo>
                  <a:pt x="0" y="78"/>
                </a:moveTo>
                <a:lnTo>
                  <a:pt x="21" y="0"/>
                </a:lnTo>
                <a:lnTo>
                  <a:pt x="308" y="78"/>
                </a:lnTo>
                <a:lnTo>
                  <a:pt x="287" y="155"/>
                </a:lnTo>
                <a:lnTo>
                  <a:pt x="0" y="7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25" name=""/>
          <p:cNvSpPr/>
          <p:nvPr/>
        </p:nvSpPr>
        <p:spPr>
          <a:xfrm>
            <a:off x="75600" y="3089880"/>
            <a:ext cx="201960" cy="72360"/>
          </a:xfrm>
          <a:custGeom>
            <a:avLst/>
            <a:gdLst/>
            <a:ahLst/>
            <a:rect l="0" t="0" r="r" b="b"/>
            <a:pathLst>
              <a:path w="561" h="201">
                <a:moveTo>
                  <a:pt x="0" y="40"/>
                </a:moveTo>
                <a:lnTo>
                  <a:pt x="301" y="0"/>
                </a:lnTo>
                <a:lnTo>
                  <a:pt x="561" y="161"/>
                </a:lnTo>
                <a:lnTo>
                  <a:pt x="249" y="201"/>
                </a:lnTo>
                <a:lnTo>
                  <a:pt x="0" y="4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26" name=""/>
          <p:cNvSpPr/>
          <p:nvPr/>
        </p:nvSpPr>
        <p:spPr>
          <a:xfrm>
            <a:off x="179640" y="3125160"/>
            <a:ext cx="25920" cy="116280"/>
          </a:xfrm>
          <a:custGeom>
            <a:avLst/>
            <a:gdLst/>
            <a:ahLst/>
            <a:rect l="0" t="0" r="r" b="b"/>
            <a:pathLst>
              <a:path w="72" h="323">
                <a:moveTo>
                  <a:pt x="33" y="74"/>
                </a:moveTo>
                <a:lnTo>
                  <a:pt x="1" y="15"/>
                </a:lnTo>
                <a:cubicBezTo>
                  <a:pt x="-2" y="8"/>
                  <a:pt x="1" y="2"/>
                  <a:pt x="9" y="1"/>
                </a:cubicBezTo>
                <a:lnTo>
                  <a:pt x="13" y="0"/>
                </a:lnTo>
                <a:cubicBezTo>
                  <a:pt x="21" y="-1"/>
                  <a:pt x="31" y="4"/>
                  <a:pt x="34" y="11"/>
                </a:cubicBezTo>
                <a:lnTo>
                  <a:pt x="65" y="70"/>
                </a:lnTo>
                <a:cubicBezTo>
                  <a:pt x="69" y="77"/>
                  <a:pt x="72" y="89"/>
                  <a:pt x="72" y="96"/>
                </a:cubicBezTo>
                <a:lnTo>
                  <a:pt x="72" y="309"/>
                </a:lnTo>
                <a:cubicBezTo>
                  <a:pt x="72" y="317"/>
                  <a:pt x="65" y="323"/>
                  <a:pt x="58" y="323"/>
                </a:cubicBezTo>
                <a:lnTo>
                  <a:pt x="54" y="323"/>
                </a:lnTo>
                <a:cubicBezTo>
                  <a:pt x="46" y="323"/>
                  <a:pt x="40" y="317"/>
                  <a:pt x="40" y="309"/>
                </a:cubicBezTo>
                <a:lnTo>
                  <a:pt x="40" y="100"/>
                </a:lnTo>
                <a:cubicBezTo>
                  <a:pt x="40" y="93"/>
                  <a:pt x="37" y="81"/>
                  <a:pt x="33" y="74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</p:sp>
      <p:sp>
        <p:nvSpPr>
          <p:cNvPr id="1127" name=""/>
          <p:cNvSpPr/>
          <p:nvPr/>
        </p:nvSpPr>
        <p:spPr>
          <a:xfrm>
            <a:off x="190800" y="3223800"/>
            <a:ext cx="17640" cy="34920"/>
          </a:xfrm>
          <a:custGeom>
            <a:avLst/>
            <a:gdLst/>
            <a:ahLst/>
            <a:rect l="0" t="0" r="r" b="b"/>
            <a:pathLst>
              <a:path w="49" h="97">
                <a:moveTo>
                  <a:pt x="49" y="49"/>
                </a:moveTo>
                <a:cubicBezTo>
                  <a:pt x="49" y="22"/>
                  <a:pt x="38" y="0"/>
                  <a:pt x="25" y="0"/>
                </a:cubicBezTo>
                <a:cubicBezTo>
                  <a:pt x="12" y="0"/>
                  <a:pt x="0" y="22"/>
                  <a:pt x="0" y="49"/>
                </a:cubicBezTo>
                <a:cubicBezTo>
                  <a:pt x="0" y="76"/>
                  <a:pt x="12" y="97"/>
                  <a:pt x="25" y="97"/>
                </a:cubicBezTo>
                <a:cubicBezTo>
                  <a:pt x="38" y="97"/>
                  <a:pt x="49" y="76"/>
                  <a:pt x="49" y="49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</p:sp>
      <p:sp>
        <p:nvSpPr>
          <p:cNvPr id="1128" name=""/>
          <p:cNvSpPr/>
          <p:nvPr/>
        </p:nvSpPr>
        <p:spPr>
          <a:xfrm>
            <a:off x="178920" y="323244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60"/>
                </a:moveTo>
                <a:lnTo>
                  <a:pt x="129" y="9"/>
                </a:lnTo>
                <a:cubicBezTo>
                  <a:pt x="132" y="2"/>
                  <a:pt x="140" y="-2"/>
                  <a:pt x="147" y="1"/>
                </a:cubicBezTo>
                <a:lnTo>
                  <a:pt x="158" y="5"/>
                </a:lnTo>
                <a:cubicBezTo>
                  <a:pt x="166" y="8"/>
                  <a:pt x="169" y="16"/>
                  <a:pt x="167" y="23"/>
                </a:cubicBezTo>
                <a:lnTo>
                  <a:pt x="38" y="373"/>
                </a:lnTo>
                <a:cubicBezTo>
                  <a:pt x="36" y="381"/>
                  <a:pt x="28" y="384"/>
                  <a:pt x="20" y="382"/>
                </a:cubicBezTo>
                <a:lnTo>
                  <a:pt x="9" y="378"/>
                </a:lnTo>
                <a:cubicBezTo>
                  <a:pt x="2" y="375"/>
                  <a:pt x="-2" y="367"/>
                  <a:pt x="1" y="360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129" name=""/>
          <p:cNvSpPr/>
          <p:nvPr/>
        </p:nvSpPr>
        <p:spPr>
          <a:xfrm>
            <a:off x="171720" y="3124800"/>
            <a:ext cx="154080" cy="136440"/>
          </a:xfrm>
          <a:custGeom>
            <a:avLst/>
            <a:gdLst/>
            <a:ahLst/>
            <a:rect l="0" t="0" r="r" b="b"/>
            <a:pathLst>
              <a:path w="428" h="379">
                <a:moveTo>
                  <a:pt x="1" y="247"/>
                </a:moveTo>
                <a:lnTo>
                  <a:pt x="88" y="9"/>
                </a:lnTo>
                <a:cubicBezTo>
                  <a:pt x="90" y="2"/>
                  <a:pt x="98" y="-2"/>
                  <a:pt x="106" y="1"/>
                </a:cubicBezTo>
                <a:lnTo>
                  <a:pt x="419" y="114"/>
                </a:lnTo>
                <a:cubicBezTo>
                  <a:pt x="426" y="117"/>
                  <a:pt x="430" y="125"/>
                  <a:pt x="427" y="132"/>
                </a:cubicBezTo>
                <a:lnTo>
                  <a:pt x="341" y="370"/>
                </a:lnTo>
                <a:cubicBezTo>
                  <a:pt x="338" y="377"/>
                  <a:pt x="330" y="381"/>
                  <a:pt x="323" y="378"/>
                </a:cubicBezTo>
                <a:lnTo>
                  <a:pt x="10" y="265"/>
                </a:lnTo>
                <a:cubicBezTo>
                  <a:pt x="3" y="262"/>
                  <a:pt x="-1" y="254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130" name=""/>
          <p:cNvSpPr/>
          <p:nvPr/>
        </p:nvSpPr>
        <p:spPr>
          <a:xfrm>
            <a:off x="180720" y="313416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5" y="10"/>
                </a:lnTo>
                <a:cubicBezTo>
                  <a:pt x="77" y="3"/>
                  <a:pt x="85" y="-1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7"/>
                  <a:pt x="292" y="330"/>
                  <a:pt x="285" y="328"/>
                </a:cubicBezTo>
                <a:lnTo>
                  <a:pt x="10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1131" name=""/>
          <p:cNvSpPr/>
          <p:nvPr/>
        </p:nvSpPr>
        <p:spPr>
          <a:xfrm>
            <a:off x="18000" y="3042000"/>
            <a:ext cx="396360" cy="395640"/>
          </a:xfrm>
          <a:custGeom>
            <a:avLst/>
            <a:gdLst/>
            <a:ahLst/>
            <a:rect l="0" t="0" r="r" b="b"/>
            <a:pathLst>
              <a:path fill="none" w="1101" h="1099">
                <a:moveTo>
                  <a:pt x="1101" y="550"/>
                </a:moveTo>
                <a:cubicBezTo>
                  <a:pt x="1101" y="246"/>
                  <a:pt x="854" y="0"/>
                  <a:pt x="551" y="0"/>
                </a:cubicBezTo>
                <a:cubicBezTo>
                  <a:pt x="246" y="0"/>
                  <a:pt x="0" y="246"/>
                  <a:pt x="0" y="550"/>
                </a:cubicBezTo>
                <a:cubicBezTo>
                  <a:pt x="0" y="836"/>
                  <a:pt x="219" y="1075"/>
                  <a:pt x="505" y="1099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1132" name=""/>
          <p:cNvSpPr/>
          <p:nvPr/>
        </p:nvSpPr>
        <p:spPr>
          <a:xfrm>
            <a:off x="186840" y="3424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5"/>
                </a:moveTo>
                <a:cubicBezTo>
                  <a:pt x="71" y="15"/>
                  <a:pt x="56" y="0"/>
                  <a:pt x="36" y="0"/>
                </a:cubicBezTo>
                <a:cubicBezTo>
                  <a:pt x="17" y="0"/>
                  <a:pt x="0" y="15"/>
                  <a:pt x="0" y="35"/>
                </a:cubicBezTo>
                <a:cubicBezTo>
                  <a:pt x="0" y="55"/>
                  <a:pt x="17" y="71"/>
                  <a:pt x="36" y="71"/>
                </a:cubicBezTo>
                <a:cubicBezTo>
                  <a:pt x="56" y="71"/>
                  <a:pt x="71" y="55"/>
                  <a:pt x="71" y="3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33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134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135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136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1137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138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9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140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141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142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143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144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145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6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147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1148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149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150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151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152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153" name=""/>
          <p:cNvSpPr txBox="1"/>
          <p:nvPr/>
        </p:nvSpPr>
        <p:spPr>
          <a:xfrm rot="1200000">
            <a:off x="179640" y="3114360"/>
            <a:ext cx="156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14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155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156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159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160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161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162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163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1164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166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167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168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169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170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1172" name=""/>
          <p:cNvSpPr/>
          <p:nvPr/>
        </p:nvSpPr>
        <p:spPr>
          <a:xfrm>
            <a:off x="0" y="308520"/>
            <a:ext cx="5760000" cy="295200"/>
          </a:xfrm>
          <a:custGeom>
            <a:avLst/>
            <a:gdLst/>
            <a:ahLst/>
            <a:rect l="0" t="0" r="r" b="b"/>
            <a:pathLst>
              <a:path w="16000" h="820">
                <a:moveTo>
                  <a:pt x="0" y="820"/>
                </a:moveTo>
                <a:lnTo>
                  <a:pt x="16000" y="820"/>
                </a:lnTo>
                <a:lnTo>
                  <a:pt x="16000" y="0"/>
                </a:lnTo>
                <a:lnTo>
                  <a:pt x="0" y="0"/>
                </a:lnTo>
                <a:lnTo>
                  <a:pt x="0" y="82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1173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174" name=""/>
          <p:cNvSpPr txBox="1"/>
          <p:nvPr/>
        </p:nvSpPr>
        <p:spPr>
          <a:xfrm>
            <a:off x="108000" y="354960"/>
            <a:ext cx="117576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Micele: ksztaªt</a:t>
            </a:r>
            <a:endParaRPr b="0" lang="pl-PL" sz="1430" spc="-1" strike="noStrike">
              <a:latin typeface="Times New Roman"/>
            </a:endParaRPr>
          </a:p>
        </p:txBody>
      </p:sp>
      <p:sp>
        <p:nvSpPr>
          <p:cNvPr id="1175" name=""/>
          <p:cNvSpPr txBox="1"/>
          <p:nvPr/>
        </p:nvSpPr>
        <p:spPr>
          <a:xfrm>
            <a:off x="240120" y="1277640"/>
            <a:ext cx="13784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parametr upakowania: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176" name=""/>
          <p:cNvSpPr txBox="1"/>
          <p:nvPr/>
        </p:nvSpPr>
        <p:spPr>
          <a:xfrm>
            <a:off x="1279800" y="1606680"/>
            <a:ext cx="2448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P</a:t>
            </a:r>
            <a:r>
              <a:rPr b="0" lang="pl-PL" sz="1090" spc="-1" strike="noStrike">
                <a:solidFill>
                  <a:srgbClr val="000000"/>
                </a:solidFill>
                <a:latin typeface="PLRoman10"/>
              </a:rPr>
              <a:t> =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1587600" y="1700280"/>
            <a:ext cx="117360" cy="0"/>
          </a:xfrm>
          <a:prstGeom prst="line">
            <a:avLst/>
          </a:prstGeom>
          <a:ln w="50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8" name=""/>
          <p:cNvSpPr txBox="1"/>
          <p:nvPr/>
        </p:nvSpPr>
        <p:spPr>
          <a:xfrm>
            <a:off x="1610280" y="151308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v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179" name=""/>
          <p:cNvSpPr txBox="1"/>
          <p:nvPr/>
        </p:nvSpPr>
        <p:spPr>
          <a:xfrm>
            <a:off x="1587960" y="170172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al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180" name=""/>
          <p:cNvSpPr txBox="1"/>
          <p:nvPr/>
        </p:nvSpPr>
        <p:spPr>
          <a:xfrm>
            <a:off x="340200" y="204336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4c004c"/>
                </a:solidFill>
                <a:latin typeface="Euler"/>
              </a:rPr>
              <a:t>▶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181" name=""/>
          <p:cNvSpPr txBox="1"/>
          <p:nvPr/>
        </p:nvSpPr>
        <p:spPr>
          <a:xfrm>
            <a:off x="516960" y="205920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v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635040" y="2062440"/>
            <a:ext cx="194976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_x0015_ obj¦to±¢ ogona hydrofobowego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183" name=""/>
          <p:cNvSpPr txBox="1"/>
          <p:nvPr/>
        </p:nvSpPr>
        <p:spPr>
          <a:xfrm>
            <a:off x="340200" y="221904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4c004c"/>
                </a:solidFill>
                <a:latin typeface="Euler"/>
              </a:rPr>
              <a:t>▶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516960" y="223452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a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636120" y="2237760"/>
            <a:ext cx="219816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_x0015_ powierzchnia równowagowa gªowy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186" name=""/>
          <p:cNvSpPr txBox="1"/>
          <p:nvPr/>
        </p:nvSpPr>
        <p:spPr>
          <a:xfrm>
            <a:off x="516960" y="2375640"/>
            <a:ext cx="66672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hydro_x001c_lowej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187" name=""/>
          <p:cNvSpPr txBox="1"/>
          <p:nvPr/>
        </p:nvSpPr>
        <p:spPr>
          <a:xfrm>
            <a:off x="340200" y="253224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4c004c"/>
                </a:solidFill>
                <a:latin typeface="Euler"/>
              </a:rPr>
              <a:t>▶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516960" y="2548080"/>
            <a:ext cx="13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i="1" lang="pl-PL" sz="1090" spc="-1" strike="noStrike">
                <a:solidFill>
                  <a:srgbClr val="000000"/>
                </a:solidFill>
                <a:latin typeface="PLMathItalic10"/>
              </a:rPr>
              <a:t>l</a:t>
            </a:r>
            <a:endParaRPr b="0" lang="pl-PL" sz="1090" spc="-1" strike="noStrike">
              <a:latin typeface="Times New Roman"/>
            </a:endParaRPr>
          </a:p>
        </p:txBody>
      </p:sp>
      <p:pic>
        <p:nvPicPr>
          <p:cNvPr id="1189" name="" descr=""/>
          <p:cNvPicPr/>
          <p:nvPr/>
        </p:nvPicPr>
        <p:blipFill>
          <a:blip r:embed="rId2"/>
          <a:stretch/>
        </p:blipFill>
        <p:spPr>
          <a:xfrm>
            <a:off x="3125880" y="921600"/>
            <a:ext cx="2267640" cy="2288160"/>
          </a:xfrm>
          <a:prstGeom prst="rect">
            <a:avLst/>
          </a:prstGeom>
          <a:ln w="0">
            <a:noFill/>
          </a:ln>
        </p:spPr>
      </p:pic>
      <p:sp>
        <p:nvSpPr>
          <p:cNvPr id="1190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191" name=""/>
          <p:cNvSpPr txBox="1"/>
          <p:nvPr/>
        </p:nvSpPr>
        <p:spPr>
          <a:xfrm>
            <a:off x="606960" y="2551320"/>
            <a:ext cx="1974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_x0015_ dªugo±¢ ogona hydrofobowego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195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96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97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98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199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00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01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02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03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04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1205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1206" name=""/>
          <p:cNvSpPr/>
          <p:nvPr/>
        </p:nvSpPr>
        <p:spPr>
          <a:xfrm>
            <a:off x="47880" y="3224160"/>
            <a:ext cx="287280" cy="191160"/>
          </a:xfrm>
          <a:custGeom>
            <a:avLst/>
            <a:gdLst/>
            <a:ahLst/>
            <a:rect l="0" t="0" r="r" b="b"/>
            <a:pathLst>
              <a:path w="798" h="531">
                <a:moveTo>
                  <a:pt x="162" y="109"/>
                </a:moveTo>
                <a:cubicBezTo>
                  <a:pt x="64" y="127"/>
                  <a:pt x="-93" y="305"/>
                  <a:pt x="72" y="464"/>
                </a:cubicBezTo>
                <a:cubicBezTo>
                  <a:pt x="238" y="622"/>
                  <a:pt x="1104" y="516"/>
                  <a:pt x="685" y="0"/>
                </a:cubicBezTo>
                <a:cubicBezTo>
                  <a:pt x="333" y="189"/>
                  <a:pt x="454" y="16"/>
                  <a:pt x="162" y="109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207" name=""/>
          <p:cNvSpPr/>
          <p:nvPr/>
        </p:nvSpPr>
        <p:spPr>
          <a:xfrm>
            <a:off x="90000" y="312228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0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0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208" name=""/>
          <p:cNvSpPr/>
          <p:nvPr/>
        </p:nvSpPr>
        <p:spPr>
          <a:xfrm>
            <a:off x="73440" y="3215160"/>
            <a:ext cx="90360" cy="48960"/>
          </a:xfrm>
          <a:custGeom>
            <a:avLst/>
            <a:gdLst/>
            <a:ahLst/>
            <a:rect l="0" t="0" r="r" b="b"/>
            <a:pathLst>
              <a:path w="251" h="136">
                <a:moveTo>
                  <a:pt x="48" y="4"/>
                </a:moveTo>
                <a:cubicBezTo>
                  <a:pt x="143" y="-20"/>
                  <a:pt x="102" y="72"/>
                  <a:pt x="251" y="44"/>
                </a:cubicBezTo>
                <a:cubicBezTo>
                  <a:pt x="-82" y="254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1209" name=""/>
          <p:cNvSpPr/>
          <p:nvPr/>
        </p:nvSpPr>
        <p:spPr>
          <a:xfrm>
            <a:off x="136800" y="3183120"/>
            <a:ext cx="27720" cy="35280"/>
          </a:xfrm>
          <a:custGeom>
            <a:avLst/>
            <a:gdLst/>
            <a:ahLst/>
            <a:rect l="0" t="0" r="r" b="b"/>
            <a:pathLst>
              <a:path w="77" h="98">
                <a:moveTo>
                  <a:pt x="73" y="62"/>
                </a:moveTo>
                <a:cubicBezTo>
                  <a:pt x="82" y="36"/>
                  <a:pt x="75" y="8"/>
                  <a:pt x="56" y="1"/>
                </a:cubicBezTo>
                <a:cubicBezTo>
                  <a:pt x="38" y="-5"/>
                  <a:pt x="14" y="10"/>
                  <a:pt x="4" y="37"/>
                </a:cubicBezTo>
                <a:cubicBezTo>
                  <a:pt x="-5" y="63"/>
                  <a:pt x="2" y="90"/>
                  <a:pt x="21" y="96"/>
                </a:cubicBezTo>
                <a:cubicBezTo>
                  <a:pt x="40" y="103"/>
                  <a:pt x="63" y="88"/>
                  <a:pt x="73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210" name=""/>
          <p:cNvSpPr/>
          <p:nvPr/>
        </p:nvSpPr>
        <p:spPr>
          <a:xfrm>
            <a:off x="147960" y="319356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0" y="33"/>
                </a:moveTo>
                <a:cubicBezTo>
                  <a:pt x="37" y="18"/>
                  <a:pt x="34" y="3"/>
                  <a:pt x="27" y="0"/>
                </a:cubicBezTo>
                <a:cubicBezTo>
                  <a:pt x="19" y="-2"/>
                  <a:pt x="9" y="8"/>
                  <a:pt x="4" y="23"/>
                </a:cubicBezTo>
                <a:cubicBezTo>
                  <a:pt x="-3" y="38"/>
                  <a:pt x="-1" y="52"/>
                  <a:pt x="7" y="55"/>
                </a:cubicBezTo>
                <a:cubicBezTo>
                  <a:pt x="15" y="58"/>
                  <a:pt x="25" y="48"/>
                  <a:pt x="3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11" name=""/>
          <p:cNvSpPr/>
          <p:nvPr/>
        </p:nvSpPr>
        <p:spPr>
          <a:xfrm>
            <a:off x="97920" y="317412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6"/>
                </a:moveTo>
                <a:cubicBezTo>
                  <a:pt x="72" y="32"/>
                  <a:pt x="66" y="7"/>
                  <a:pt x="50" y="1"/>
                </a:cubicBezTo>
                <a:cubicBezTo>
                  <a:pt x="34" y="-5"/>
                  <a:pt x="12" y="10"/>
                  <a:pt x="4" y="34"/>
                </a:cubicBezTo>
                <a:cubicBezTo>
                  <a:pt x="-5" y="58"/>
                  <a:pt x="1" y="82"/>
                  <a:pt x="18" y="88"/>
                </a:cubicBezTo>
                <a:cubicBezTo>
                  <a:pt x="35" y="94"/>
                  <a:pt x="55" y="80"/>
                  <a:pt x="64" y="56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212" name=""/>
          <p:cNvSpPr/>
          <p:nvPr/>
        </p:nvSpPr>
        <p:spPr>
          <a:xfrm>
            <a:off x="108360" y="3183840"/>
            <a:ext cx="10440" cy="18000"/>
          </a:xfrm>
          <a:custGeom>
            <a:avLst/>
            <a:gdLst/>
            <a:ahLst/>
            <a:rect l="0" t="0" r="r" b="b"/>
            <a:pathLst>
              <a:path w="29" h="50">
                <a:moveTo>
                  <a:pt x="26" y="29"/>
                </a:moveTo>
                <a:cubicBezTo>
                  <a:pt x="31" y="16"/>
                  <a:pt x="30" y="2"/>
                  <a:pt x="24" y="0"/>
                </a:cubicBezTo>
                <a:cubicBezTo>
                  <a:pt x="18" y="-2"/>
                  <a:pt x="8" y="7"/>
                  <a:pt x="3" y="21"/>
                </a:cubicBezTo>
                <a:cubicBezTo>
                  <a:pt x="-1" y="34"/>
                  <a:pt x="-1" y="47"/>
                  <a:pt x="5" y="49"/>
                </a:cubicBezTo>
                <a:cubicBezTo>
                  <a:pt x="12" y="51"/>
                  <a:pt x="21" y="42"/>
                  <a:pt x="26" y="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13" name=""/>
          <p:cNvSpPr/>
          <p:nvPr/>
        </p:nvSpPr>
        <p:spPr>
          <a:xfrm>
            <a:off x="60840" y="3079440"/>
            <a:ext cx="219240" cy="119520"/>
          </a:xfrm>
          <a:custGeom>
            <a:avLst/>
            <a:gdLst/>
            <a:ahLst/>
            <a:rect l="0" t="0" r="r" b="b"/>
            <a:pathLst>
              <a:path w="609" h="332">
                <a:moveTo>
                  <a:pt x="0" y="208"/>
                </a:moveTo>
                <a:cubicBezTo>
                  <a:pt x="26" y="145"/>
                  <a:pt x="114" y="147"/>
                  <a:pt x="109" y="134"/>
                </a:cubicBezTo>
                <a:cubicBezTo>
                  <a:pt x="107" y="85"/>
                  <a:pt x="21" y="74"/>
                  <a:pt x="21" y="74"/>
                </a:cubicBezTo>
                <a:cubicBezTo>
                  <a:pt x="95" y="52"/>
                  <a:pt x="219" y="197"/>
                  <a:pt x="151" y="14"/>
                </a:cubicBezTo>
                <a:cubicBezTo>
                  <a:pt x="162" y="24"/>
                  <a:pt x="254" y="100"/>
                  <a:pt x="245" y="0"/>
                </a:cubicBezTo>
                <a:cubicBezTo>
                  <a:pt x="253" y="54"/>
                  <a:pt x="290" y="73"/>
                  <a:pt x="319" y="62"/>
                </a:cubicBezTo>
                <a:cubicBezTo>
                  <a:pt x="354" y="-94"/>
                  <a:pt x="309" y="168"/>
                  <a:pt x="456" y="25"/>
                </a:cubicBezTo>
                <a:cubicBezTo>
                  <a:pt x="468" y="38"/>
                  <a:pt x="387" y="128"/>
                  <a:pt x="459" y="114"/>
                </a:cubicBezTo>
                <a:cubicBezTo>
                  <a:pt x="446" y="238"/>
                  <a:pt x="524" y="64"/>
                  <a:pt x="524" y="64"/>
                </a:cubicBezTo>
                <a:cubicBezTo>
                  <a:pt x="524" y="64"/>
                  <a:pt x="509" y="150"/>
                  <a:pt x="493" y="187"/>
                </a:cubicBezTo>
                <a:cubicBezTo>
                  <a:pt x="493" y="187"/>
                  <a:pt x="595" y="191"/>
                  <a:pt x="609" y="216"/>
                </a:cubicBezTo>
                <a:cubicBezTo>
                  <a:pt x="399" y="248"/>
                  <a:pt x="728" y="279"/>
                  <a:pt x="519" y="279"/>
                </a:cubicBezTo>
                <a:cubicBezTo>
                  <a:pt x="536" y="303"/>
                  <a:pt x="442" y="330"/>
                  <a:pt x="582" y="332"/>
                </a:cubicBezTo>
                <a:cubicBezTo>
                  <a:pt x="275" y="338"/>
                  <a:pt x="432" y="200"/>
                  <a:pt x="280" y="152"/>
                </a:cubicBezTo>
                <a:cubicBezTo>
                  <a:pt x="142" y="131"/>
                  <a:pt x="130" y="229"/>
                  <a:pt x="109" y="252"/>
                </a:cubicBezTo>
                <a:cubicBezTo>
                  <a:pt x="114" y="185"/>
                  <a:pt x="65" y="206"/>
                  <a:pt x="0" y="208"/>
                </a:cubicBezTo>
                <a:close/>
              </a:path>
            </a:pathLst>
          </a:custGeom>
          <a:solidFill>
            <a:srgbClr val="bf8040"/>
          </a:solidFill>
          <a:ln w="0">
            <a:noFill/>
          </a:ln>
        </p:spPr>
      </p:sp>
      <p:sp>
        <p:nvSpPr>
          <p:cNvPr id="1214" name=""/>
          <p:cNvSpPr/>
          <p:nvPr/>
        </p:nvSpPr>
        <p:spPr>
          <a:xfrm>
            <a:off x="178920" y="323244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60"/>
                </a:moveTo>
                <a:lnTo>
                  <a:pt x="129" y="9"/>
                </a:lnTo>
                <a:cubicBezTo>
                  <a:pt x="132" y="2"/>
                  <a:pt x="140" y="-2"/>
                  <a:pt x="147" y="1"/>
                </a:cubicBezTo>
                <a:lnTo>
                  <a:pt x="158" y="5"/>
                </a:lnTo>
                <a:cubicBezTo>
                  <a:pt x="166" y="8"/>
                  <a:pt x="169" y="16"/>
                  <a:pt x="167" y="23"/>
                </a:cubicBezTo>
                <a:lnTo>
                  <a:pt x="38" y="373"/>
                </a:lnTo>
                <a:cubicBezTo>
                  <a:pt x="36" y="381"/>
                  <a:pt x="28" y="384"/>
                  <a:pt x="20" y="382"/>
                </a:cubicBezTo>
                <a:lnTo>
                  <a:pt x="9" y="378"/>
                </a:lnTo>
                <a:cubicBezTo>
                  <a:pt x="2" y="375"/>
                  <a:pt x="-2" y="367"/>
                  <a:pt x="1" y="360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215" name=""/>
          <p:cNvSpPr/>
          <p:nvPr/>
        </p:nvSpPr>
        <p:spPr>
          <a:xfrm>
            <a:off x="171720" y="3124800"/>
            <a:ext cx="154080" cy="136440"/>
          </a:xfrm>
          <a:custGeom>
            <a:avLst/>
            <a:gdLst/>
            <a:ahLst/>
            <a:rect l="0" t="0" r="r" b="b"/>
            <a:pathLst>
              <a:path w="428" h="379">
                <a:moveTo>
                  <a:pt x="1" y="247"/>
                </a:moveTo>
                <a:lnTo>
                  <a:pt x="88" y="9"/>
                </a:lnTo>
                <a:cubicBezTo>
                  <a:pt x="90" y="2"/>
                  <a:pt x="98" y="-2"/>
                  <a:pt x="106" y="1"/>
                </a:cubicBezTo>
                <a:lnTo>
                  <a:pt x="419" y="114"/>
                </a:lnTo>
                <a:cubicBezTo>
                  <a:pt x="426" y="117"/>
                  <a:pt x="430" y="125"/>
                  <a:pt x="427" y="132"/>
                </a:cubicBezTo>
                <a:lnTo>
                  <a:pt x="341" y="370"/>
                </a:lnTo>
                <a:cubicBezTo>
                  <a:pt x="338" y="377"/>
                  <a:pt x="330" y="381"/>
                  <a:pt x="323" y="378"/>
                </a:cubicBezTo>
                <a:lnTo>
                  <a:pt x="10" y="265"/>
                </a:lnTo>
                <a:cubicBezTo>
                  <a:pt x="3" y="262"/>
                  <a:pt x="-1" y="254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216" name=""/>
          <p:cNvSpPr/>
          <p:nvPr/>
        </p:nvSpPr>
        <p:spPr>
          <a:xfrm>
            <a:off x="180720" y="313416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5" y="10"/>
                </a:lnTo>
                <a:cubicBezTo>
                  <a:pt x="77" y="3"/>
                  <a:pt x="85" y="-1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7"/>
                  <a:pt x="292" y="330"/>
                  <a:pt x="285" y="328"/>
                </a:cubicBezTo>
                <a:lnTo>
                  <a:pt x="10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1217" name=""/>
          <p:cNvSpPr/>
          <p:nvPr/>
        </p:nvSpPr>
        <p:spPr>
          <a:xfrm>
            <a:off x="18000" y="3042000"/>
            <a:ext cx="396360" cy="396360"/>
          </a:xfrm>
          <a:custGeom>
            <a:avLst/>
            <a:gdLst/>
            <a:ahLst/>
            <a:rect l="0" t="0" r="r" b="b"/>
            <a:pathLst>
              <a:path fill="none" w="1101" h="1101">
                <a:moveTo>
                  <a:pt x="1101" y="550"/>
                </a:moveTo>
                <a:cubicBezTo>
                  <a:pt x="1101" y="246"/>
                  <a:pt x="854" y="0"/>
                  <a:pt x="551" y="0"/>
                </a:cubicBezTo>
                <a:cubicBezTo>
                  <a:pt x="246" y="0"/>
                  <a:pt x="0" y="246"/>
                  <a:pt x="0" y="550"/>
                </a:cubicBezTo>
                <a:cubicBezTo>
                  <a:pt x="0" y="746"/>
                  <a:pt x="104" y="929"/>
                  <a:pt x="275" y="1027"/>
                </a:cubicBezTo>
                <a:cubicBezTo>
                  <a:pt x="399" y="1099"/>
                  <a:pt x="547" y="1119"/>
                  <a:pt x="686" y="1084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1218" name=""/>
          <p:cNvSpPr/>
          <p:nvPr/>
        </p:nvSpPr>
        <p:spPr>
          <a:xfrm>
            <a:off x="251640" y="34192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72" y="35"/>
                </a:moveTo>
                <a:cubicBezTo>
                  <a:pt x="72" y="15"/>
                  <a:pt x="56" y="0"/>
                  <a:pt x="37" y="0"/>
                </a:cubicBezTo>
                <a:cubicBezTo>
                  <a:pt x="16" y="0"/>
                  <a:pt x="0" y="15"/>
                  <a:pt x="0" y="35"/>
                </a:cubicBezTo>
                <a:cubicBezTo>
                  <a:pt x="0" y="54"/>
                  <a:pt x="16" y="71"/>
                  <a:pt x="37" y="71"/>
                </a:cubicBezTo>
                <a:cubicBezTo>
                  <a:pt x="56" y="71"/>
                  <a:pt x="72" y="54"/>
                  <a:pt x="72" y="3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19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220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221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222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1223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224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25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226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227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228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229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230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231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32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233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1234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235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236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237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238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239" name=""/>
          <p:cNvSpPr txBox="1"/>
          <p:nvPr/>
        </p:nvSpPr>
        <p:spPr>
          <a:xfrm rot="1200000">
            <a:off x="179640" y="3114360"/>
            <a:ext cx="156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15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241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242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243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245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246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247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248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249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250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1252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253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254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255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256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1258" name=""/>
          <p:cNvSpPr/>
          <p:nvPr/>
        </p:nvSpPr>
        <p:spPr>
          <a:xfrm>
            <a:off x="0" y="308520"/>
            <a:ext cx="5760000" cy="295200"/>
          </a:xfrm>
          <a:custGeom>
            <a:avLst/>
            <a:gdLst/>
            <a:ahLst/>
            <a:rect l="0" t="0" r="r" b="b"/>
            <a:pathLst>
              <a:path w="16000" h="820">
                <a:moveTo>
                  <a:pt x="0" y="820"/>
                </a:moveTo>
                <a:lnTo>
                  <a:pt x="16000" y="820"/>
                </a:lnTo>
                <a:lnTo>
                  <a:pt x="16000" y="0"/>
                </a:lnTo>
                <a:lnTo>
                  <a:pt x="0" y="0"/>
                </a:lnTo>
                <a:lnTo>
                  <a:pt x="0" y="82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1259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pic>
        <p:nvPicPr>
          <p:cNvPr id="1260" name="" descr=""/>
          <p:cNvPicPr/>
          <p:nvPr/>
        </p:nvPicPr>
        <p:blipFill>
          <a:blip r:embed="rId2"/>
          <a:stretch/>
        </p:blipFill>
        <p:spPr>
          <a:xfrm>
            <a:off x="492120" y="808560"/>
            <a:ext cx="2015640" cy="2424960"/>
          </a:xfrm>
          <a:prstGeom prst="rect">
            <a:avLst/>
          </a:prstGeom>
          <a:ln w="0">
            <a:noFill/>
          </a:ln>
        </p:spPr>
      </p:pic>
      <p:sp>
        <p:nvSpPr>
          <p:cNvPr id="1261" name=""/>
          <p:cNvSpPr txBox="1"/>
          <p:nvPr/>
        </p:nvSpPr>
        <p:spPr>
          <a:xfrm>
            <a:off x="108000" y="354960"/>
            <a:ext cx="393264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Mitochondria: przykªad bªony biaªkowo-lipidowej</a:t>
            </a:r>
            <a:endParaRPr b="0" lang="pl-PL" sz="1430" spc="-1" strike="noStrike">
              <a:latin typeface="Times New Roman"/>
            </a:endParaRPr>
          </a:p>
        </p:txBody>
      </p:sp>
      <p:sp>
        <p:nvSpPr>
          <p:cNvPr id="1262" name=""/>
          <p:cNvSpPr txBox="1"/>
          <p:nvPr/>
        </p:nvSpPr>
        <p:spPr>
          <a:xfrm>
            <a:off x="3050640" y="1630800"/>
            <a:ext cx="25732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4c004c"/>
                </a:solidFill>
                <a:latin typeface="Arial"/>
              </a:rPr>
              <a:t>Rysunek:</a:t>
            </a:r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 Zdj¦cie z mikroskopu elektronowego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3086280" y="1752120"/>
            <a:ext cx="24451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przekroju mitochondrium. Widoczne s¡ dwie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264" name=""/>
          <p:cNvSpPr txBox="1"/>
          <p:nvPr/>
        </p:nvSpPr>
        <p:spPr>
          <a:xfrm>
            <a:off x="3112920" y="1873800"/>
            <a:ext cx="10933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bªony: wewn¦trzna 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265" name=""/>
          <p:cNvSpPr txBox="1"/>
          <p:nvPr/>
        </p:nvSpPr>
        <p:spPr>
          <a:xfrm>
            <a:off x="4211640" y="1873800"/>
            <a:ext cx="12168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zewn¦trzna. Wewn¡trz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3311640" y="1995120"/>
            <a:ext cx="19713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mitochondrium znajduje si¦ macierz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267" name=""/>
          <p:cNvSpPr txBox="1"/>
          <p:nvPr/>
        </p:nvSpPr>
        <p:spPr>
          <a:xfrm>
            <a:off x="3002400" y="2116440"/>
            <a:ext cx="19256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mitochondrialna, a mi¦dzy bªonami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268" name=""/>
          <p:cNvSpPr txBox="1"/>
          <p:nvPr/>
        </p:nvSpPr>
        <p:spPr>
          <a:xfrm>
            <a:off x="4905000" y="2116440"/>
            <a:ext cx="6300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znajduje si¦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270" name=""/>
          <p:cNvSpPr txBox="1"/>
          <p:nvPr/>
        </p:nvSpPr>
        <p:spPr>
          <a:xfrm>
            <a:off x="3556080" y="2238120"/>
            <a:ext cx="15170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przestrze« mi¦dzybªonowa.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272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74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75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76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77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78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79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80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81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82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83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1284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1285" name=""/>
          <p:cNvSpPr/>
          <p:nvPr/>
        </p:nvSpPr>
        <p:spPr>
          <a:xfrm>
            <a:off x="47880" y="3256920"/>
            <a:ext cx="287280" cy="191160"/>
          </a:xfrm>
          <a:custGeom>
            <a:avLst/>
            <a:gdLst/>
            <a:ahLst/>
            <a:rect l="0" t="0" r="r" b="b"/>
            <a:pathLst>
              <a:path w="798" h="531">
                <a:moveTo>
                  <a:pt x="162" y="109"/>
                </a:moveTo>
                <a:cubicBezTo>
                  <a:pt x="64" y="127"/>
                  <a:pt x="-93" y="306"/>
                  <a:pt x="72" y="464"/>
                </a:cubicBezTo>
                <a:cubicBezTo>
                  <a:pt x="238" y="622"/>
                  <a:pt x="1104" y="516"/>
                  <a:pt x="685" y="0"/>
                </a:cubicBezTo>
                <a:cubicBezTo>
                  <a:pt x="333" y="189"/>
                  <a:pt x="454" y="16"/>
                  <a:pt x="162" y="109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286" name=""/>
          <p:cNvSpPr/>
          <p:nvPr/>
        </p:nvSpPr>
        <p:spPr>
          <a:xfrm>
            <a:off x="90000" y="315504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0"/>
                </a:moveTo>
                <a:cubicBezTo>
                  <a:pt x="401" y="112"/>
                  <a:pt x="310" y="0"/>
                  <a:pt x="200" y="0"/>
                </a:cubicBezTo>
                <a:cubicBezTo>
                  <a:pt x="89" y="0"/>
                  <a:pt x="0" y="112"/>
                  <a:pt x="0" y="250"/>
                </a:cubicBezTo>
                <a:cubicBezTo>
                  <a:pt x="0" y="388"/>
                  <a:pt x="89" y="501"/>
                  <a:pt x="200" y="501"/>
                </a:cubicBezTo>
                <a:cubicBezTo>
                  <a:pt x="310" y="501"/>
                  <a:pt x="401" y="388"/>
                  <a:pt x="401" y="250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287" name=""/>
          <p:cNvSpPr/>
          <p:nvPr/>
        </p:nvSpPr>
        <p:spPr>
          <a:xfrm>
            <a:off x="73440" y="3247920"/>
            <a:ext cx="90360" cy="48960"/>
          </a:xfrm>
          <a:custGeom>
            <a:avLst/>
            <a:gdLst/>
            <a:ahLst/>
            <a:rect l="0" t="0" r="r" b="b"/>
            <a:pathLst>
              <a:path w="251" h="136">
                <a:moveTo>
                  <a:pt x="48" y="4"/>
                </a:moveTo>
                <a:cubicBezTo>
                  <a:pt x="143" y="-20"/>
                  <a:pt x="102" y="71"/>
                  <a:pt x="251" y="44"/>
                </a:cubicBezTo>
                <a:cubicBezTo>
                  <a:pt x="-82" y="254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1288" name=""/>
          <p:cNvSpPr/>
          <p:nvPr/>
        </p:nvSpPr>
        <p:spPr>
          <a:xfrm>
            <a:off x="136800" y="3215880"/>
            <a:ext cx="27720" cy="34920"/>
          </a:xfrm>
          <a:custGeom>
            <a:avLst/>
            <a:gdLst/>
            <a:ahLst/>
            <a:rect l="0" t="0" r="r" b="b"/>
            <a:pathLst>
              <a:path w="77" h="97">
                <a:moveTo>
                  <a:pt x="73" y="62"/>
                </a:moveTo>
                <a:cubicBezTo>
                  <a:pt x="82" y="35"/>
                  <a:pt x="75" y="8"/>
                  <a:pt x="56" y="2"/>
                </a:cubicBezTo>
                <a:cubicBezTo>
                  <a:pt x="38" y="-5"/>
                  <a:pt x="14" y="10"/>
                  <a:pt x="4" y="36"/>
                </a:cubicBezTo>
                <a:cubicBezTo>
                  <a:pt x="-5" y="63"/>
                  <a:pt x="2" y="90"/>
                  <a:pt x="21" y="96"/>
                </a:cubicBezTo>
                <a:cubicBezTo>
                  <a:pt x="40" y="103"/>
                  <a:pt x="63" y="88"/>
                  <a:pt x="73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289" name=""/>
          <p:cNvSpPr/>
          <p:nvPr/>
        </p:nvSpPr>
        <p:spPr>
          <a:xfrm>
            <a:off x="147960" y="3226320"/>
            <a:ext cx="12240" cy="19800"/>
          </a:xfrm>
          <a:custGeom>
            <a:avLst/>
            <a:gdLst/>
            <a:ahLst/>
            <a:rect l="0" t="0" r="r" b="b"/>
            <a:pathLst>
              <a:path w="34" h="55">
                <a:moveTo>
                  <a:pt x="30" y="33"/>
                </a:moveTo>
                <a:cubicBezTo>
                  <a:pt x="37" y="17"/>
                  <a:pt x="34" y="3"/>
                  <a:pt x="27" y="1"/>
                </a:cubicBezTo>
                <a:cubicBezTo>
                  <a:pt x="19" y="-2"/>
                  <a:pt x="9" y="8"/>
                  <a:pt x="4" y="22"/>
                </a:cubicBezTo>
                <a:cubicBezTo>
                  <a:pt x="-3" y="38"/>
                  <a:pt x="-1" y="52"/>
                  <a:pt x="7" y="55"/>
                </a:cubicBezTo>
                <a:cubicBezTo>
                  <a:pt x="15" y="58"/>
                  <a:pt x="25" y="48"/>
                  <a:pt x="3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90" name=""/>
          <p:cNvSpPr/>
          <p:nvPr/>
        </p:nvSpPr>
        <p:spPr>
          <a:xfrm>
            <a:off x="97920" y="320688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6"/>
                </a:moveTo>
                <a:cubicBezTo>
                  <a:pt x="72" y="32"/>
                  <a:pt x="66" y="7"/>
                  <a:pt x="50" y="1"/>
                </a:cubicBezTo>
                <a:cubicBezTo>
                  <a:pt x="34" y="-5"/>
                  <a:pt x="12" y="10"/>
                  <a:pt x="4" y="34"/>
                </a:cubicBezTo>
                <a:cubicBezTo>
                  <a:pt x="-5" y="58"/>
                  <a:pt x="1" y="82"/>
                  <a:pt x="18" y="88"/>
                </a:cubicBezTo>
                <a:cubicBezTo>
                  <a:pt x="35" y="94"/>
                  <a:pt x="55" y="80"/>
                  <a:pt x="64" y="56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291" name=""/>
          <p:cNvSpPr/>
          <p:nvPr/>
        </p:nvSpPr>
        <p:spPr>
          <a:xfrm>
            <a:off x="108360" y="3216960"/>
            <a:ext cx="10440" cy="18000"/>
          </a:xfrm>
          <a:custGeom>
            <a:avLst/>
            <a:gdLst/>
            <a:ahLst/>
            <a:rect l="0" t="0" r="r" b="b"/>
            <a:pathLst>
              <a:path w="29" h="50">
                <a:moveTo>
                  <a:pt x="26" y="29"/>
                </a:moveTo>
                <a:cubicBezTo>
                  <a:pt x="31" y="15"/>
                  <a:pt x="30" y="2"/>
                  <a:pt x="24" y="0"/>
                </a:cubicBezTo>
                <a:cubicBezTo>
                  <a:pt x="18" y="-2"/>
                  <a:pt x="8" y="7"/>
                  <a:pt x="3" y="21"/>
                </a:cubicBezTo>
                <a:cubicBezTo>
                  <a:pt x="-1" y="34"/>
                  <a:pt x="-1" y="47"/>
                  <a:pt x="5" y="49"/>
                </a:cubicBezTo>
                <a:cubicBezTo>
                  <a:pt x="12" y="51"/>
                  <a:pt x="21" y="42"/>
                  <a:pt x="26" y="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92" name=""/>
          <p:cNvSpPr/>
          <p:nvPr/>
        </p:nvSpPr>
        <p:spPr>
          <a:xfrm>
            <a:off x="68400" y="3144600"/>
            <a:ext cx="209520" cy="73800"/>
          </a:xfrm>
          <a:custGeom>
            <a:avLst/>
            <a:gdLst/>
            <a:ahLst/>
            <a:rect l="0" t="0" r="r" b="b"/>
            <a:pathLst>
              <a:path w="582" h="205">
                <a:moveTo>
                  <a:pt x="581" y="181"/>
                </a:moveTo>
                <a:cubicBezTo>
                  <a:pt x="591" y="144"/>
                  <a:pt x="469" y="79"/>
                  <a:pt x="309" y="36"/>
                </a:cubicBezTo>
                <a:cubicBezTo>
                  <a:pt x="149" y="-7"/>
                  <a:pt x="10" y="-12"/>
                  <a:pt x="0" y="24"/>
                </a:cubicBezTo>
                <a:cubicBezTo>
                  <a:pt x="-9" y="61"/>
                  <a:pt x="114" y="126"/>
                  <a:pt x="274" y="169"/>
                </a:cubicBezTo>
                <a:cubicBezTo>
                  <a:pt x="434" y="212"/>
                  <a:pt x="571" y="217"/>
                  <a:pt x="581" y="18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93" name=""/>
          <p:cNvSpPr/>
          <p:nvPr/>
        </p:nvSpPr>
        <p:spPr>
          <a:xfrm>
            <a:off x="121320" y="3033000"/>
            <a:ext cx="107280" cy="153000"/>
          </a:xfrm>
          <a:custGeom>
            <a:avLst/>
            <a:gdLst/>
            <a:ahLst/>
            <a:rect l="0" t="0" r="r" b="b"/>
            <a:pathLst>
              <a:path w="298" h="425">
                <a:moveTo>
                  <a:pt x="0" y="346"/>
                </a:moveTo>
                <a:lnTo>
                  <a:pt x="259" y="0"/>
                </a:lnTo>
                <a:lnTo>
                  <a:pt x="298" y="425"/>
                </a:lnTo>
                <a:lnTo>
                  <a:pt x="0" y="34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94" name=""/>
          <p:cNvSpPr/>
          <p:nvPr/>
        </p:nvSpPr>
        <p:spPr>
          <a:xfrm>
            <a:off x="178920" y="326520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60"/>
                </a:moveTo>
                <a:lnTo>
                  <a:pt x="129" y="9"/>
                </a:lnTo>
                <a:cubicBezTo>
                  <a:pt x="132" y="2"/>
                  <a:pt x="140" y="-2"/>
                  <a:pt x="147" y="1"/>
                </a:cubicBezTo>
                <a:lnTo>
                  <a:pt x="158" y="5"/>
                </a:lnTo>
                <a:cubicBezTo>
                  <a:pt x="166" y="8"/>
                  <a:pt x="169" y="16"/>
                  <a:pt x="167" y="23"/>
                </a:cubicBezTo>
                <a:lnTo>
                  <a:pt x="38" y="373"/>
                </a:lnTo>
                <a:cubicBezTo>
                  <a:pt x="36" y="381"/>
                  <a:pt x="28" y="384"/>
                  <a:pt x="20" y="382"/>
                </a:cubicBezTo>
                <a:lnTo>
                  <a:pt x="9" y="378"/>
                </a:lnTo>
                <a:cubicBezTo>
                  <a:pt x="2" y="375"/>
                  <a:pt x="-2" y="367"/>
                  <a:pt x="1" y="360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295" name=""/>
          <p:cNvSpPr/>
          <p:nvPr/>
        </p:nvSpPr>
        <p:spPr>
          <a:xfrm>
            <a:off x="171720" y="3157560"/>
            <a:ext cx="154080" cy="136440"/>
          </a:xfrm>
          <a:custGeom>
            <a:avLst/>
            <a:gdLst/>
            <a:ahLst/>
            <a:rect l="0" t="0" r="r" b="b"/>
            <a:pathLst>
              <a:path w="428" h="379">
                <a:moveTo>
                  <a:pt x="1" y="247"/>
                </a:moveTo>
                <a:lnTo>
                  <a:pt x="88" y="9"/>
                </a:lnTo>
                <a:cubicBezTo>
                  <a:pt x="90" y="2"/>
                  <a:pt x="98" y="-2"/>
                  <a:pt x="106" y="1"/>
                </a:cubicBezTo>
                <a:lnTo>
                  <a:pt x="419" y="115"/>
                </a:lnTo>
                <a:cubicBezTo>
                  <a:pt x="426" y="118"/>
                  <a:pt x="430" y="126"/>
                  <a:pt x="427" y="133"/>
                </a:cubicBezTo>
                <a:lnTo>
                  <a:pt x="341" y="370"/>
                </a:lnTo>
                <a:cubicBezTo>
                  <a:pt x="338" y="377"/>
                  <a:pt x="330" y="381"/>
                  <a:pt x="323" y="378"/>
                </a:cubicBezTo>
                <a:lnTo>
                  <a:pt x="10" y="265"/>
                </a:lnTo>
                <a:cubicBezTo>
                  <a:pt x="3" y="262"/>
                  <a:pt x="-1" y="254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296" name=""/>
          <p:cNvSpPr/>
          <p:nvPr/>
        </p:nvSpPr>
        <p:spPr>
          <a:xfrm>
            <a:off x="180720" y="316692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10"/>
                </a:moveTo>
                <a:lnTo>
                  <a:pt x="75" y="10"/>
                </a:lnTo>
                <a:cubicBezTo>
                  <a:pt x="77" y="3"/>
                  <a:pt x="85" y="-1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7"/>
                  <a:pt x="292" y="330"/>
                  <a:pt x="285" y="328"/>
                </a:cubicBezTo>
                <a:lnTo>
                  <a:pt x="10" y="228"/>
                </a:lnTo>
                <a:cubicBezTo>
                  <a:pt x="2" y="225"/>
                  <a:pt x="-2" y="217"/>
                  <a:pt x="1" y="210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1297" name=""/>
          <p:cNvSpPr/>
          <p:nvPr/>
        </p:nvSpPr>
        <p:spPr>
          <a:xfrm>
            <a:off x="18000" y="3042000"/>
            <a:ext cx="396360" cy="396360"/>
          </a:xfrm>
          <a:custGeom>
            <a:avLst/>
            <a:gdLst/>
            <a:ahLst/>
            <a:rect l="0" t="0" r="r" b="b"/>
            <a:pathLst>
              <a:path fill="none" w="1101" h="1101">
                <a:moveTo>
                  <a:pt x="1101" y="550"/>
                </a:moveTo>
                <a:cubicBezTo>
                  <a:pt x="1101" y="246"/>
                  <a:pt x="854" y="0"/>
                  <a:pt x="551" y="0"/>
                </a:cubicBezTo>
                <a:cubicBezTo>
                  <a:pt x="246" y="0"/>
                  <a:pt x="0" y="246"/>
                  <a:pt x="0" y="550"/>
                </a:cubicBezTo>
                <a:cubicBezTo>
                  <a:pt x="0" y="853"/>
                  <a:pt x="246" y="1101"/>
                  <a:pt x="551" y="1101"/>
                </a:cubicBezTo>
                <a:cubicBezTo>
                  <a:pt x="657" y="1101"/>
                  <a:pt x="762" y="1069"/>
                  <a:pt x="851" y="1011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1298" name=""/>
          <p:cNvSpPr/>
          <p:nvPr/>
        </p:nvSpPr>
        <p:spPr>
          <a:xfrm>
            <a:off x="311400" y="33930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5"/>
                </a:moveTo>
                <a:cubicBezTo>
                  <a:pt x="71" y="16"/>
                  <a:pt x="56" y="0"/>
                  <a:pt x="36" y="0"/>
                </a:cubicBezTo>
                <a:cubicBezTo>
                  <a:pt x="17" y="0"/>
                  <a:pt x="0" y="16"/>
                  <a:pt x="0" y="35"/>
                </a:cubicBezTo>
                <a:cubicBezTo>
                  <a:pt x="0" y="54"/>
                  <a:pt x="17" y="71"/>
                  <a:pt x="36" y="71"/>
                </a:cubicBezTo>
                <a:cubicBezTo>
                  <a:pt x="56" y="71"/>
                  <a:pt x="71" y="54"/>
                  <a:pt x="71" y="3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299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300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301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302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1303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304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5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306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307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308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309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310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311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12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313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1314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315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16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17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18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19" name=""/>
          <p:cNvSpPr txBox="1"/>
          <p:nvPr/>
        </p:nvSpPr>
        <p:spPr>
          <a:xfrm rot="1200000">
            <a:off x="179640" y="3147120"/>
            <a:ext cx="156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16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21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22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25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26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27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28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29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30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331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332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1333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334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35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36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1338" name=""/>
          <p:cNvSpPr/>
          <p:nvPr/>
        </p:nvSpPr>
        <p:spPr>
          <a:xfrm>
            <a:off x="0" y="308520"/>
            <a:ext cx="5760000" cy="295200"/>
          </a:xfrm>
          <a:custGeom>
            <a:avLst/>
            <a:gdLst/>
            <a:ahLst/>
            <a:rect l="0" t="0" r="r" b="b"/>
            <a:pathLst>
              <a:path w="16000" h="820">
                <a:moveTo>
                  <a:pt x="0" y="820"/>
                </a:moveTo>
                <a:lnTo>
                  <a:pt x="16000" y="820"/>
                </a:lnTo>
                <a:lnTo>
                  <a:pt x="16000" y="0"/>
                </a:lnTo>
                <a:lnTo>
                  <a:pt x="0" y="0"/>
                </a:lnTo>
                <a:lnTo>
                  <a:pt x="0" y="82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1339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pic>
        <p:nvPicPr>
          <p:cNvPr id="1340" name="" descr=""/>
          <p:cNvPicPr/>
          <p:nvPr/>
        </p:nvPicPr>
        <p:blipFill>
          <a:blip r:embed="rId2"/>
          <a:stretch/>
        </p:blipFill>
        <p:spPr>
          <a:xfrm>
            <a:off x="565920" y="1183320"/>
            <a:ext cx="1511640" cy="1174680"/>
          </a:xfrm>
          <a:prstGeom prst="rect">
            <a:avLst/>
          </a:prstGeom>
          <a:ln w="0">
            <a:noFill/>
          </a:ln>
        </p:spPr>
      </p:pic>
      <p:sp>
        <p:nvSpPr>
          <p:cNvPr id="1341" name=""/>
          <p:cNvSpPr txBox="1"/>
          <p:nvPr/>
        </p:nvSpPr>
        <p:spPr>
          <a:xfrm>
            <a:off x="108000" y="354960"/>
            <a:ext cx="214812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Wykresy eksperymentalne</a:t>
            </a:r>
            <a:endParaRPr b="0" lang="pl-PL" sz="1430" spc="-1" strike="noStrike">
              <a:latin typeface="Times New Roman"/>
            </a:endParaRPr>
          </a:p>
        </p:txBody>
      </p:sp>
      <p:pic>
        <p:nvPicPr>
          <p:cNvPr id="1342" name="" descr=""/>
          <p:cNvPicPr/>
          <p:nvPr/>
        </p:nvPicPr>
        <p:blipFill>
          <a:blip r:embed="rId3"/>
          <a:stretch/>
        </p:blipFill>
        <p:spPr>
          <a:xfrm>
            <a:off x="2124000" y="1335960"/>
            <a:ext cx="1511640" cy="1022040"/>
          </a:xfrm>
          <a:prstGeom prst="rect">
            <a:avLst/>
          </a:prstGeom>
          <a:ln w="0">
            <a:noFill/>
          </a:ln>
        </p:spPr>
      </p:pic>
      <p:sp>
        <p:nvSpPr>
          <p:cNvPr id="1343" name=""/>
          <p:cNvSpPr txBox="1"/>
          <p:nvPr/>
        </p:nvSpPr>
        <p:spPr>
          <a:xfrm>
            <a:off x="606960" y="2416320"/>
            <a:ext cx="1495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00" spc="-1" strike="noStrike">
                <a:solidFill>
                  <a:srgbClr val="4c004c"/>
                </a:solidFill>
                <a:latin typeface="Arial"/>
              </a:rPr>
              <a:t>(a)</a:t>
            </a:r>
            <a:r>
              <a:rPr b="0" lang="pl-PL" sz="900" spc="-1" strike="noStrike">
                <a:solidFill>
                  <a:srgbClr val="000000"/>
                </a:solidFill>
                <a:latin typeface="Arial"/>
              </a:rPr>
              <a:t> osªonka mielinowa królika</a:t>
            </a:r>
            <a:endParaRPr b="0" lang="pl-PL" sz="900" spc="-1" strike="noStrike">
              <a:latin typeface="Times New Roman"/>
            </a:endParaRPr>
          </a:p>
        </p:txBody>
      </p:sp>
      <p:pic>
        <p:nvPicPr>
          <p:cNvPr id="1344" name="" descr=""/>
          <p:cNvPicPr/>
          <p:nvPr/>
        </p:nvPicPr>
        <p:blipFill>
          <a:blip r:embed="rId4"/>
          <a:stretch/>
        </p:blipFill>
        <p:spPr>
          <a:xfrm>
            <a:off x="3681720" y="1009080"/>
            <a:ext cx="1511640" cy="1222920"/>
          </a:xfrm>
          <a:prstGeom prst="rect">
            <a:avLst/>
          </a:prstGeom>
          <a:ln w="0">
            <a:noFill/>
          </a:ln>
        </p:spPr>
      </p:pic>
      <p:sp>
        <p:nvSpPr>
          <p:cNvPr id="1345" name=""/>
          <p:cNvSpPr txBox="1"/>
          <p:nvPr/>
        </p:nvSpPr>
        <p:spPr>
          <a:xfrm>
            <a:off x="2219400" y="2416320"/>
            <a:ext cx="13341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00" spc="-1" strike="noStrike">
                <a:solidFill>
                  <a:srgbClr val="4c004c"/>
                </a:solidFill>
                <a:latin typeface="Arial"/>
              </a:rPr>
              <a:t>(b)</a:t>
            </a:r>
            <a:r>
              <a:rPr b="0" lang="pl-PL" sz="900" spc="-1" strike="noStrike">
                <a:solidFill>
                  <a:srgbClr val="000000"/>
                </a:solidFill>
                <a:latin typeface="Arial"/>
              </a:rPr>
              <a:t> bªony pr¦cika siatkówki</a:t>
            </a:r>
            <a:endParaRPr b="0" lang="pl-PL" sz="900" spc="-1" strike="noStrike">
              <a:latin typeface="Times New Roman"/>
            </a:endParaRPr>
          </a:p>
        </p:txBody>
      </p:sp>
      <p:sp>
        <p:nvSpPr>
          <p:cNvPr id="1346" name=""/>
          <p:cNvSpPr txBox="1"/>
          <p:nvPr/>
        </p:nvSpPr>
        <p:spPr>
          <a:xfrm>
            <a:off x="3749400" y="2290320"/>
            <a:ext cx="14198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00" spc="-1" strike="noStrike">
                <a:solidFill>
                  <a:srgbClr val="4c004c"/>
                </a:solidFill>
                <a:latin typeface="Arial"/>
              </a:rPr>
              <a:t>(c)</a:t>
            </a:r>
            <a:r>
              <a:rPr b="0" lang="pl-PL" sz="900" spc="-1" strike="noStrike">
                <a:solidFill>
                  <a:srgbClr val="000000"/>
                </a:solidFill>
                <a:latin typeface="Arial"/>
              </a:rPr>
              <a:t> wirus A. sindbis (±rednia</a:t>
            </a:r>
            <a:endParaRPr b="0" lang="pl-PL" sz="900" spc="-1" strike="noStrike">
              <a:latin typeface="Times New Roman"/>
            </a:endParaRPr>
          </a:p>
        </p:txBody>
      </p:sp>
      <p:sp>
        <p:nvSpPr>
          <p:cNvPr id="1347" name=""/>
          <p:cNvSpPr txBox="1"/>
          <p:nvPr/>
        </p:nvSpPr>
        <p:spPr>
          <a:xfrm>
            <a:off x="4222440" y="2416320"/>
            <a:ext cx="4489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00" spc="-1" strike="noStrike">
                <a:solidFill>
                  <a:srgbClr val="000000"/>
                </a:solidFill>
                <a:latin typeface="Arial"/>
              </a:rPr>
              <a:t>radialna)</a:t>
            </a:r>
            <a:endParaRPr b="0" lang="pl-PL" sz="900" spc="-1" strike="noStrike">
              <a:latin typeface="Times New Roman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914760" y="2706840"/>
            <a:ext cx="16297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4c004c"/>
                </a:solidFill>
                <a:latin typeface="Arial"/>
              </a:rPr>
              <a:t>Rysunek:</a:t>
            </a:r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 Zale»no±¢ g¦sto±ci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350" name=""/>
          <p:cNvSpPr txBox="1"/>
          <p:nvPr/>
        </p:nvSpPr>
        <p:spPr>
          <a:xfrm>
            <a:off x="2438280" y="2706840"/>
            <a:ext cx="25930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elektronowej bªon biologicznych od odlegªo±ci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351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352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54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355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356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357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358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359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360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361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362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363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1364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1365" name=""/>
          <p:cNvSpPr/>
          <p:nvPr/>
        </p:nvSpPr>
        <p:spPr>
          <a:xfrm>
            <a:off x="47880" y="3224160"/>
            <a:ext cx="287280" cy="191160"/>
          </a:xfrm>
          <a:custGeom>
            <a:avLst/>
            <a:gdLst/>
            <a:ahLst/>
            <a:rect l="0" t="0" r="r" b="b"/>
            <a:pathLst>
              <a:path w="798" h="531">
                <a:moveTo>
                  <a:pt x="162" y="109"/>
                </a:moveTo>
                <a:cubicBezTo>
                  <a:pt x="64" y="127"/>
                  <a:pt x="-93" y="305"/>
                  <a:pt x="72" y="464"/>
                </a:cubicBezTo>
                <a:cubicBezTo>
                  <a:pt x="238" y="622"/>
                  <a:pt x="1104" y="516"/>
                  <a:pt x="685" y="0"/>
                </a:cubicBezTo>
                <a:cubicBezTo>
                  <a:pt x="333" y="189"/>
                  <a:pt x="454" y="16"/>
                  <a:pt x="162" y="109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366" name=""/>
          <p:cNvSpPr/>
          <p:nvPr/>
        </p:nvSpPr>
        <p:spPr>
          <a:xfrm>
            <a:off x="90000" y="312228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0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0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367" name=""/>
          <p:cNvSpPr/>
          <p:nvPr/>
        </p:nvSpPr>
        <p:spPr>
          <a:xfrm>
            <a:off x="73440" y="3215160"/>
            <a:ext cx="90360" cy="48960"/>
          </a:xfrm>
          <a:custGeom>
            <a:avLst/>
            <a:gdLst/>
            <a:ahLst/>
            <a:rect l="0" t="0" r="r" b="b"/>
            <a:pathLst>
              <a:path w="251" h="136">
                <a:moveTo>
                  <a:pt x="48" y="4"/>
                </a:moveTo>
                <a:cubicBezTo>
                  <a:pt x="143" y="-20"/>
                  <a:pt x="102" y="72"/>
                  <a:pt x="251" y="44"/>
                </a:cubicBezTo>
                <a:cubicBezTo>
                  <a:pt x="-82" y="254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1368" name=""/>
          <p:cNvSpPr/>
          <p:nvPr/>
        </p:nvSpPr>
        <p:spPr>
          <a:xfrm>
            <a:off x="136800" y="3183120"/>
            <a:ext cx="27720" cy="35280"/>
          </a:xfrm>
          <a:custGeom>
            <a:avLst/>
            <a:gdLst/>
            <a:ahLst/>
            <a:rect l="0" t="0" r="r" b="b"/>
            <a:pathLst>
              <a:path w="77" h="98">
                <a:moveTo>
                  <a:pt x="73" y="62"/>
                </a:moveTo>
                <a:cubicBezTo>
                  <a:pt x="82" y="36"/>
                  <a:pt x="75" y="8"/>
                  <a:pt x="56" y="1"/>
                </a:cubicBezTo>
                <a:cubicBezTo>
                  <a:pt x="38" y="-5"/>
                  <a:pt x="14" y="10"/>
                  <a:pt x="4" y="37"/>
                </a:cubicBezTo>
                <a:cubicBezTo>
                  <a:pt x="-5" y="63"/>
                  <a:pt x="2" y="90"/>
                  <a:pt x="21" y="96"/>
                </a:cubicBezTo>
                <a:cubicBezTo>
                  <a:pt x="40" y="103"/>
                  <a:pt x="63" y="88"/>
                  <a:pt x="73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369" name=""/>
          <p:cNvSpPr/>
          <p:nvPr/>
        </p:nvSpPr>
        <p:spPr>
          <a:xfrm>
            <a:off x="147960" y="319356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0" y="33"/>
                </a:moveTo>
                <a:cubicBezTo>
                  <a:pt x="37" y="18"/>
                  <a:pt x="34" y="3"/>
                  <a:pt x="27" y="0"/>
                </a:cubicBezTo>
                <a:cubicBezTo>
                  <a:pt x="19" y="-2"/>
                  <a:pt x="9" y="8"/>
                  <a:pt x="4" y="23"/>
                </a:cubicBezTo>
                <a:cubicBezTo>
                  <a:pt x="-3" y="38"/>
                  <a:pt x="-1" y="52"/>
                  <a:pt x="7" y="55"/>
                </a:cubicBezTo>
                <a:cubicBezTo>
                  <a:pt x="15" y="58"/>
                  <a:pt x="25" y="48"/>
                  <a:pt x="3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370" name=""/>
          <p:cNvSpPr/>
          <p:nvPr/>
        </p:nvSpPr>
        <p:spPr>
          <a:xfrm>
            <a:off x="97920" y="317412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6"/>
                </a:moveTo>
                <a:cubicBezTo>
                  <a:pt x="72" y="32"/>
                  <a:pt x="66" y="7"/>
                  <a:pt x="50" y="1"/>
                </a:cubicBezTo>
                <a:cubicBezTo>
                  <a:pt x="34" y="-5"/>
                  <a:pt x="12" y="10"/>
                  <a:pt x="4" y="34"/>
                </a:cubicBezTo>
                <a:cubicBezTo>
                  <a:pt x="-5" y="58"/>
                  <a:pt x="1" y="82"/>
                  <a:pt x="18" y="88"/>
                </a:cubicBezTo>
                <a:cubicBezTo>
                  <a:pt x="35" y="94"/>
                  <a:pt x="55" y="80"/>
                  <a:pt x="64" y="56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371" name=""/>
          <p:cNvSpPr/>
          <p:nvPr/>
        </p:nvSpPr>
        <p:spPr>
          <a:xfrm>
            <a:off x="108360" y="3183840"/>
            <a:ext cx="10440" cy="18000"/>
          </a:xfrm>
          <a:custGeom>
            <a:avLst/>
            <a:gdLst/>
            <a:ahLst/>
            <a:rect l="0" t="0" r="r" b="b"/>
            <a:pathLst>
              <a:path w="29" h="50">
                <a:moveTo>
                  <a:pt x="26" y="29"/>
                </a:moveTo>
                <a:cubicBezTo>
                  <a:pt x="31" y="16"/>
                  <a:pt x="30" y="2"/>
                  <a:pt x="24" y="0"/>
                </a:cubicBezTo>
                <a:cubicBezTo>
                  <a:pt x="18" y="-2"/>
                  <a:pt x="8" y="7"/>
                  <a:pt x="3" y="21"/>
                </a:cubicBezTo>
                <a:cubicBezTo>
                  <a:pt x="-1" y="34"/>
                  <a:pt x="-1" y="47"/>
                  <a:pt x="5" y="49"/>
                </a:cubicBezTo>
                <a:cubicBezTo>
                  <a:pt x="12" y="51"/>
                  <a:pt x="21" y="42"/>
                  <a:pt x="26" y="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372" name=""/>
          <p:cNvSpPr/>
          <p:nvPr/>
        </p:nvSpPr>
        <p:spPr>
          <a:xfrm>
            <a:off x="132480" y="3073320"/>
            <a:ext cx="100800" cy="74520"/>
          </a:xfrm>
          <a:custGeom>
            <a:avLst/>
            <a:gdLst/>
            <a:ahLst/>
            <a:rect l="0" t="0" r="r" b="b"/>
            <a:pathLst>
              <a:path w="280" h="207">
                <a:moveTo>
                  <a:pt x="16" y="162"/>
                </a:moveTo>
                <a:cubicBezTo>
                  <a:pt x="16" y="162"/>
                  <a:pt x="33" y="116"/>
                  <a:pt x="0" y="0"/>
                </a:cubicBezTo>
                <a:lnTo>
                  <a:pt x="79" y="91"/>
                </a:lnTo>
                <a:lnTo>
                  <a:pt x="138" y="29"/>
                </a:lnTo>
                <a:lnTo>
                  <a:pt x="173" y="108"/>
                </a:lnTo>
                <a:lnTo>
                  <a:pt x="280" y="54"/>
                </a:lnTo>
                <a:cubicBezTo>
                  <a:pt x="200" y="141"/>
                  <a:pt x="211" y="197"/>
                  <a:pt x="211" y="197"/>
                </a:cubicBezTo>
                <a:cubicBezTo>
                  <a:pt x="154" y="219"/>
                  <a:pt x="63" y="203"/>
                  <a:pt x="16" y="162"/>
                </a:cubicBezTo>
                <a:close/>
              </a:path>
            </a:pathLst>
          </a:custGeom>
          <a:solidFill>
            <a:srgbClr val="fff200"/>
          </a:solidFill>
          <a:ln w="0">
            <a:noFill/>
          </a:ln>
        </p:spPr>
      </p:sp>
      <p:sp>
        <p:nvSpPr>
          <p:cNvPr id="1373" name=""/>
          <p:cNvSpPr/>
          <p:nvPr/>
        </p:nvSpPr>
        <p:spPr>
          <a:xfrm>
            <a:off x="178920" y="323244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60"/>
                </a:moveTo>
                <a:lnTo>
                  <a:pt x="129" y="9"/>
                </a:lnTo>
                <a:cubicBezTo>
                  <a:pt x="132" y="2"/>
                  <a:pt x="140" y="-2"/>
                  <a:pt x="147" y="1"/>
                </a:cubicBezTo>
                <a:lnTo>
                  <a:pt x="158" y="5"/>
                </a:lnTo>
                <a:cubicBezTo>
                  <a:pt x="166" y="8"/>
                  <a:pt x="169" y="16"/>
                  <a:pt x="167" y="23"/>
                </a:cubicBezTo>
                <a:lnTo>
                  <a:pt x="38" y="373"/>
                </a:lnTo>
                <a:cubicBezTo>
                  <a:pt x="36" y="381"/>
                  <a:pt x="28" y="384"/>
                  <a:pt x="20" y="382"/>
                </a:cubicBezTo>
                <a:lnTo>
                  <a:pt x="9" y="378"/>
                </a:lnTo>
                <a:cubicBezTo>
                  <a:pt x="2" y="375"/>
                  <a:pt x="-2" y="367"/>
                  <a:pt x="1" y="360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374" name=""/>
          <p:cNvSpPr/>
          <p:nvPr/>
        </p:nvSpPr>
        <p:spPr>
          <a:xfrm>
            <a:off x="171720" y="3124800"/>
            <a:ext cx="154080" cy="136440"/>
          </a:xfrm>
          <a:custGeom>
            <a:avLst/>
            <a:gdLst/>
            <a:ahLst/>
            <a:rect l="0" t="0" r="r" b="b"/>
            <a:pathLst>
              <a:path w="428" h="379">
                <a:moveTo>
                  <a:pt x="1" y="247"/>
                </a:moveTo>
                <a:lnTo>
                  <a:pt x="88" y="9"/>
                </a:lnTo>
                <a:cubicBezTo>
                  <a:pt x="90" y="2"/>
                  <a:pt x="98" y="-2"/>
                  <a:pt x="106" y="1"/>
                </a:cubicBezTo>
                <a:lnTo>
                  <a:pt x="419" y="114"/>
                </a:lnTo>
                <a:cubicBezTo>
                  <a:pt x="426" y="117"/>
                  <a:pt x="430" y="125"/>
                  <a:pt x="427" y="132"/>
                </a:cubicBezTo>
                <a:lnTo>
                  <a:pt x="341" y="370"/>
                </a:lnTo>
                <a:cubicBezTo>
                  <a:pt x="338" y="377"/>
                  <a:pt x="330" y="381"/>
                  <a:pt x="323" y="378"/>
                </a:cubicBezTo>
                <a:lnTo>
                  <a:pt x="10" y="265"/>
                </a:lnTo>
                <a:cubicBezTo>
                  <a:pt x="3" y="262"/>
                  <a:pt x="-1" y="254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375" name=""/>
          <p:cNvSpPr/>
          <p:nvPr/>
        </p:nvSpPr>
        <p:spPr>
          <a:xfrm>
            <a:off x="180720" y="313416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5" y="10"/>
                </a:lnTo>
                <a:cubicBezTo>
                  <a:pt x="77" y="3"/>
                  <a:pt x="85" y="-1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7"/>
                  <a:pt x="292" y="330"/>
                  <a:pt x="285" y="328"/>
                </a:cubicBezTo>
                <a:lnTo>
                  <a:pt x="10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1376" name=""/>
          <p:cNvSpPr/>
          <p:nvPr/>
        </p:nvSpPr>
        <p:spPr>
          <a:xfrm>
            <a:off x="18000" y="3042000"/>
            <a:ext cx="396360" cy="396360"/>
          </a:xfrm>
          <a:custGeom>
            <a:avLst/>
            <a:gdLst/>
            <a:ahLst/>
            <a:rect l="0" t="0" r="r" b="b"/>
            <a:pathLst>
              <a:path fill="none" w="1101" h="1101">
                <a:moveTo>
                  <a:pt x="1101" y="550"/>
                </a:moveTo>
                <a:cubicBezTo>
                  <a:pt x="1101" y="246"/>
                  <a:pt x="854" y="0"/>
                  <a:pt x="551" y="0"/>
                </a:cubicBezTo>
                <a:cubicBezTo>
                  <a:pt x="246" y="0"/>
                  <a:pt x="0" y="246"/>
                  <a:pt x="0" y="550"/>
                </a:cubicBezTo>
                <a:cubicBezTo>
                  <a:pt x="0" y="853"/>
                  <a:pt x="246" y="1101"/>
                  <a:pt x="551" y="1101"/>
                </a:cubicBezTo>
                <a:cubicBezTo>
                  <a:pt x="720" y="1101"/>
                  <a:pt x="880" y="1022"/>
                  <a:pt x="985" y="887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1377" name=""/>
          <p:cNvSpPr/>
          <p:nvPr/>
        </p:nvSpPr>
        <p:spPr>
          <a:xfrm>
            <a:off x="359280" y="334872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72" y="35"/>
                </a:moveTo>
                <a:cubicBezTo>
                  <a:pt x="72" y="16"/>
                  <a:pt x="56" y="0"/>
                  <a:pt x="37" y="0"/>
                </a:cubicBezTo>
                <a:cubicBezTo>
                  <a:pt x="16" y="0"/>
                  <a:pt x="0" y="16"/>
                  <a:pt x="0" y="35"/>
                </a:cubicBezTo>
                <a:cubicBezTo>
                  <a:pt x="0" y="56"/>
                  <a:pt x="16" y="72"/>
                  <a:pt x="37" y="72"/>
                </a:cubicBezTo>
                <a:cubicBezTo>
                  <a:pt x="56" y="72"/>
                  <a:pt x="72" y="56"/>
                  <a:pt x="72" y="3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378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379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380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381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1382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383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4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385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386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387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388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389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390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91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392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1393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394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95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96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97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398" name=""/>
          <p:cNvSpPr txBox="1"/>
          <p:nvPr/>
        </p:nvSpPr>
        <p:spPr>
          <a:xfrm rot="1200000">
            <a:off x="179640" y="3114360"/>
            <a:ext cx="156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17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00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01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04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05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06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07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08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09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411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412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1413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14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15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pic>
        <p:nvPicPr>
          <p:cNvPr id="1417" name="" descr=""/>
          <p:cNvPicPr/>
          <p:nvPr/>
        </p:nvPicPr>
        <p:blipFill>
          <a:blip r:embed="rId2"/>
          <a:stretch/>
        </p:blipFill>
        <p:spPr>
          <a:xfrm>
            <a:off x="1116000" y="371880"/>
            <a:ext cx="3527640" cy="2589840"/>
          </a:xfrm>
          <a:prstGeom prst="rect">
            <a:avLst/>
          </a:prstGeom>
          <a:ln w="0">
            <a:noFill/>
          </a:ln>
        </p:spPr>
      </p:pic>
      <p:sp>
        <p:nvSpPr>
          <p:cNvPr id="1418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419" name=""/>
          <p:cNvSpPr txBox="1"/>
          <p:nvPr/>
        </p:nvSpPr>
        <p:spPr>
          <a:xfrm>
            <a:off x="403560" y="3030840"/>
            <a:ext cx="52570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4c004c"/>
                </a:solidFill>
                <a:latin typeface="Arial"/>
              </a:rPr>
              <a:t>Rysunek:</a:t>
            </a:r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 Freeze fracture electron microscopy bªony erytrocytu (na górze: wewn¦trze komórki,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421" name=""/>
          <p:cNvSpPr txBox="1"/>
          <p:nvPr/>
        </p:nvSpPr>
        <p:spPr>
          <a:xfrm>
            <a:off x="1804680" y="3169440"/>
            <a:ext cx="22669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989" spc="-1" strike="noStrike">
                <a:solidFill>
                  <a:srgbClr val="000000"/>
                </a:solidFill>
                <a:latin typeface="Arial"/>
              </a:rPr>
              <a:t>na dole: zewn¦trzna powierzchnia bªony)</a:t>
            </a:r>
            <a:endParaRPr b="0" lang="pl-PL" sz="989" spc="-1" strike="noStrike">
              <a:latin typeface="Times New Roman"/>
            </a:endParaRPr>
          </a:p>
        </p:txBody>
      </p:sp>
      <p:sp>
        <p:nvSpPr>
          <p:cNvPr id="1422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423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425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426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427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428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429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430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431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432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433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434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1435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1436" name=""/>
          <p:cNvSpPr/>
          <p:nvPr/>
        </p:nvSpPr>
        <p:spPr>
          <a:xfrm>
            <a:off x="47880" y="3224160"/>
            <a:ext cx="287280" cy="191160"/>
          </a:xfrm>
          <a:custGeom>
            <a:avLst/>
            <a:gdLst/>
            <a:ahLst/>
            <a:rect l="0" t="0" r="r" b="b"/>
            <a:pathLst>
              <a:path w="798" h="531">
                <a:moveTo>
                  <a:pt x="162" y="109"/>
                </a:moveTo>
                <a:cubicBezTo>
                  <a:pt x="64" y="127"/>
                  <a:pt x="-93" y="305"/>
                  <a:pt x="72" y="464"/>
                </a:cubicBezTo>
                <a:cubicBezTo>
                  <a:pt x="238" y="622"/>
                  <a:pt x="1104" y="516"/>
                  <a:pt x="685" y="0"/>
                </a:cubicBezTo>
                <a:cubicBezTo>
                  <a:pt x="333" y="189"/>
                  <a:pt x="454" y="16"/>
                  <a:pt x="162" y="109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437" name=""/>
          <p:cNvSpPr/>
          <p:nvPr/>
        </p:nvSpPr>
        <p:spPr>
          <a:xfrm>
            <a:off x="90000" y="312228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0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0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438" name=""/>
          <p:cNvSpPr/>
          <p:nvPr/>
        </p:nvSpPr>
        <p:spPr>
          <a:xfrm>
            <a:off x="73440" y="3215160"/>
            <a:ext cx="90360" cy="48960"/>
          </a:xfrm>
          <a:custGeom>
            <a:avLst/>
            <a:gdLst/>
            <a:ahLst/>
            <a:rect l="0" t="0" r="r" b="b"/>
            <a:pathLst>
              <a:path w="251" h="136">
                <a:moveTo>
                  <a:pt x="48" y="4"/>
                </a:moveTo>
                <a:cubicBezTo>
                  <a:pt x="143" y="-20"/>
                  <a:pt x="102" y="72"/>
                  <a:pt x="251" y="44"/>
                </a:cubicBezTo>
                <a:cubicBezTo>
                  <a:pt x="-82" y="254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1439" name=""/>
          <p:cNvSpPr/>
          <p:nvPr/>
        </p:nvSpPr>
        <p:spPr>
          <a:xfrm>
            <a:off x="136800" y="3183120"/>
            <a:ext cx="27720" cy="35280"/>
          </a:xfrm>
          <a:custGeom>
            <a:avLst/>
            <a:gdLst/>
            <a:ahLst/>
            <a:rect l="0" t="0" r="r" b="b"/>
            <a:pathLst>
              <a:path w="77" h="98">
                <a:moveTo>
                  <a:pt x="73" y="62"/>
                </a:moveTo>
                <a:cubicBezTo>
                  <a:pt x="82" y="36"/>
                  <a:pt x="75" y="8"/>
                  <a:pt x="56" y="1"/>
                </a:cubicBezTo>
                <a:cubicBezTo>
                  <a:pt x="38" y="-5"/>
                  <a:pt x="14" y="10"/>
                  <a:pt x="4" y="37"/>
                </a:cubicBezTo>
                <a:cubicBezTo>
                  <a:pt x="-5" y="63"/>
                  <a:pt x="2" y="90"/>
                  <a:pt x="21" y="96"/>
                </a:cubicBezTo>
                <a:cubicBezTo>
                  <a:pt x="40" y="103"/>
                  <a:pt x="63" y="88"/>
                  <a:pt x="73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440" name=""/>
          <p:cNvSpPr/>
          <p:nvPr/>
        </p:nvSpPr>
        <p:spPr>
          <a:xfrm>
            <a:off x="147960" y="319356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0" y="33"/>
                </a:moveTo>
                <a:cubicBezTo>
                  <a:pt x="37" y="18"/>
                  <a:pt x="34" y="3"/>
                  <a:pt x="27" y="0"/>
                </a:cubicBezTo>
                <a:cubicBezTo>
                  <a:pt x="19" y="-2"/>
                  <a:pt x="9" y="8"/>
                  <a:pt x="4" y="23"/>
                </a:cubicBezTo>
                <a:cubicBezTo>
                  <a:pt x="-3" y="38"/>
                  <a:pt x="-1" y="52"/>
                  <a:pt x="7" y="55"/>
                </a:cubicBezTo>
                <a:cubicBezTo>
                  <a:pt x="15" y="58"/>
                  <a:pt x="25" y="48"/>
                  <a:pt x="3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441" name=""/>
          <p:cNvSpPr/>
          <p:nvPr/>
        </p:nvSpPr>
        <p:spPr>
          <a:xfrm>
            <a:off x="97920" y="317412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6"/>
                </a:moveTo>
                <a:cubicBezTo>
                  <a:pt x="72" y="32"/>
                  <a:pt x="66" y="7"/>
                  <a:pt x="50" y="1"/>
                </a:cubicBezTo>
                <a:cubicBezTo>
                  <a:pt x="34" y="-5"/>
                  <a:pt x="12" y="10"/>
                  <a:pt x="4" y="34"/>
                </a:cubicBezTo>
                <a:cubicBezTo>
                  <a:pt x="-5" y="58"/>
                  <a:pt x="1" y="82"/>
                  <a:pt x="18" y="88"/>
                </a:cubicBezTo>
                <a:cubicBezTo>
                  <a:pt x="35" y="94"/>
                  <a:pt x="55" y="80"/>
                  <a:pt x="64" y="56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442" name=""/>
          <p:cNvSpPr/>
          <p:nvPr/>
        </p:nvSpPr>
        <p:spPr>
          <a:xfrm>
            <a:off x="108360" y="3183840"/>
            <a:ext cx="10440" cy="18000"/>
          </a:xfrm>
          <a:custGeom>
            <a:avLst/>
            <a:gdLst/>
            <a:ahLst/>
            <a:rect l="0" t="0" r="r" b="b"/>
            <a:pathLst>
              <a:path w="29" h="50">
                <a:moveTo>
                  <a:pt x="26" y="29"/>
                </a:moveTo>
                <a:cubicBezTo>
                  <a:pt x="31" y="16"/>
                  <a:pt x="30" y="2"/>
                  <a:pt x="24" y="0"/>
                </a:cubicBezTo>
                <a:cubicBezTo>
                  <a:pt x="18" y="-2"/>
                  <a:pt x="8" y="7"/>
                  <a:pt x="3" y="21"/>
                </a:cubicBezTo>
                <a:cubicBezTo>
                  <a:pt x="-1" y="34"/>
                  <a:pt x="-1" y="47"/>
                  <a:pt x="5" y="49"/>
                </a:cubicBezTo>
                <a:cubicBezTo>
                  <a:pt x="12" y="51"/>
                  <a:pt x="21" y="42"/>
                  <a:pt x="26" y="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443" name=""/>
          <p:cNvSpPr/>
          <p:nvPr/>
        </p:nvSpPr>
        <p:spPr>
          <a:xfrm>
            <a:off x="88920" y="3107880"/>
            <a:ext cx="153000" cy="117360"/>
          </a:xfrm>
          <a:custGeom>
            <a:avLst/>
            <a:gdLst/>
            <a:ahLst/>
            <a:rect l="0" t="0" r="r" b="b"/>
            <a:pathLst>
              <a:path w="425" h="326">
                <a:moveTo>
                  <a:pt x="402" y="325"/>
                </a:moveTo>
                <a:cubicBezTo>
                  <a:pt x="426" y="312"/>
                  <a:pt x="432" y="229"/>
                  <a:pt x="417" y="172"/>
                </a:cubicBezTo>
                <a:cubicBezTo>
                  <a:pt x="344" y="-111"/>
                  <a:pt x="-65" y="-17"/>
                  <a:pt x="9" y="255"/>
                </a:cubicBezTo>
                <a:cubicBezTo>
                  <a:pt x="17" y="143"/>
                  <a:pt x="140" y="51"/>
                  <a:pt x="223" y="129"/>
                </a:cubicBezTo>
                <a:cubicBezTo>
                  <a:pt x="332" y="232"/>
                  <a:pt x="375" y="340"/>
                  <a:pt x="402" y="325"/>
                </a:cubicBezTo>
                <a:close/>
              </a:path>
            </a:pathLst>
          </a:custGeom>
          <a:solidFill>
            <a:srgbClr val="bf8040"/>
          </a:solidFill>
          <a:ln w="0">
            <a:noFill/>
          </a:ln>
        </p:spPr>
      </p:sp>
      <p:sp>
        <p:nvSpPr>
          <p:cNvPr id="1444" name=""/>
          <p:cNvSpPr/>
          <p:nvPr/>
        </p:nvSpPr>
        <p:spPr>
          <a:xfrm>
            <a:off x="178920" y="323244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60"/>
                </a:moveTo>
                <a:lnTo>
                  <a:pt x="129" y="9"/>
                </a:lnTo>
                <a:cubicBezTo>
                  <a:pt x="132" y="2"/>
                  <a:pt x="140" y="-2"/>
                  <a:pt x="147" y="1"/>
                </a:cubicBezTo>
                <a:lnTo>
                  <a:pt x="158" y="5"/>
                </a:lnTo>
                <a:cubicBezTo>
                  <a:pt x="166" y="8"/>
                  <a:pt x="169" y="16"/>
                  <a:pt x="167" y="23"/>
                </a:cubicBezTo>
                <a:lnTo>
                  <a:pt x="38" y="373"/>
                </a:lnTo>
                <a:cubicBezTo>
                  <a:pt x="36" y="381"/>
                  <a:pt x="28" y="384"/>
                  <a:pt x="20" y="382"/>
                </a:cubicBezTo>
                <a:lnTo>
                  <a:pt x="9" y="378"/>
                </a:lnTo>
                <a:cubicBezTo>
                  <a:pt x="2" y="375"/>
                  <a:pt x="-2" y="367"/>
                  <a:pt x="1" y="360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445" name=""/>
          <p:cNvSpPr/>
          <p:nvPr/>
        </p:nvSpPr>
        <p:spPr>
          <a:xfrm>
            <a:off x="171720" y="3124800"/>
            <a:ext cx="154080" cy="136440"/>
          </a:xfrm>
          <a:custGeom>
            <a:avLst/>
            <a:gdLst/>
            <a:ahLst/>
            <a:rect l="0" t="0" r="r" b="b"/>
            <a:pathLst>
              <a:path w="428" h="379">
                <a:moveTo>
                  <a:pt x="1" y="247"/>
                </a:moveTo>
                <a:lnTo>
                  <a:pt x="88" y="9"/>
                </a:lnTo>
                <a:cubicBezTo>
                  <a:pt x="90" y="2"/>
                  <a:pt x="98" y="-2"/>
                  <a:pt x="106" y="1"/>
                </a:cubicBezTo>
                <a:lnTo>
                  <a:pt x="419" y="114"/>
                </a:lnTo>
                <a:cubicBezTo>
                  <a:pt x="426" y="117"/>
                  <a:pt x="430" y="125"/>
                  <a:pt x="427" y="132"/>
                </a:cubicBezTo>
                <a:lnTo>
                  <a:pt x="341" y="370"/>
                </a:lnTo>
                <a:cubicBezTo>
                  <a:pt x="338" y="377"/>
                  <a:pt x="330" y="381"/>
                  <a:pt x="323" y="378"/>
                </a:cubicBezTo>
                <a:lnTo>
                  <a:pt x="10" y="265"/>
                </a:lnTo>
                <a:cubicBezTo>
                  <a:pt x="3" y="262"/>
                  <a:pt x="-1" y="254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446" name=""/>
          <p:cNvSpPr/>
          <p:nvPr/>
        </p:nvSpPr>
        <p:spPr>
          <a:xfrm>
            <a:off x="180720" y="313416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5" y="10"/>
                </a:lnTo>
                <a:cubicBezTo>
                  <a:pt x="77" y="3"/>
                  <a:pt x="85" y="-1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7"/>
                  <a:pt x="292" y="330"/>
                  <a:pt x="285" y="328"/>
                </a:cubicBezTo>
                <a:lnTo>
                  <a:pt x="10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1447" name=""/>
          <p:cNvSpPr/>
          <p:nvPr/>
        </p:nvSpPr>
        <p:spPr>
          <a:xfrm>
            <a:off x="18000" y="3042000"/>
            <a:ext cx="396360" cy="396360"/>
          </a:xfrm>
          <a:custGeom>
            <a:avLst/>
            <a:gdLst/>
            <a:ahLst/>
            <a:rect l="0" t="0" r="r" b="b"/>
            <a:pathLst>
              <a:path fill="none" w="1101" h="1101">
                <a:moveTo>
                  <a:pt x="1101" y="550"/>
                </a:moveTo>
                <a:cubicBezTo>
                  <a:pt x="1101" y="246"/>
                  <a:pt x="854" y="0"/>
                  <a:pt x="551" y="0"/>
                </a:cubicBezTo>
                <a:cubicBezTo>
                  <a:pt x="246" y="0"/>
                  <a:pt x="0" y="246"/>
                  <a:pt x="0" y="550"/>
                </a:cubicBezTo>
                <a:cubicBezTo>
                  <a:pt x="0" y="853"/>
                  <a:pt x="246" y="1101"/>
                  <a:pt x="551" y="1101"/>
                </a:cubicBezTo>
                <a:cubicBezTo>
                  <a:pt x="785" y="1101"/>
                  <a:pt x="994" y="951"/>
                  <a:pt x="1071" y="728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1448" name=""/>
          <p:cNvSpPr/>
          <p:nvPr/>
        </p:nvSpPr>
        <p:spPr>
          <a:xfrm>
            <a:off x="390600" y="32914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5"/>
                </a:moveTo>
                <a:cubicBezTo>
                  <a:pt x="71" y="16"/>
                  <a:pt x="54" y="0"/>
                  <a:pt x="35" y="0"/>
                </a:cubicBezTo>
                <a:cubicBezTo>
                  <a:pt x="15" y="0"/>
                  <a:pt x="0" y="16"/>
                  <a:pt x="0" y="35"/>
                </a:cubicBezTo>
                <a:cubicBezTo>
                  <a:pt x="0" y="55"/>
                  <a:pt x="15" y="71"/>
                  <a:pt x="35" y="71"/>
                </a:cubicBezTo>
                <a:cubicBezTo>
                  <a:pt x="54" y="71"/>
                  <a:pt x="71" y="55"/>
                  <a:pt x="71" y="3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449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450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451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452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1453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454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55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456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457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458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459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460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461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62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463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1464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465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66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67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68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69" name=""/>
          <p:cNvSpPr txBox="1"/>
          <p:nvPr/>
        </p:nvSpPr>
        <p:spPr>
          <a:xfrm rot="1200000">
            <a:off x="179640" y="3114360"/>
            <a:ext cx="156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18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71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72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473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75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76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77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78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79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80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82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83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484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1485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486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1488" name=""/>
          <p:cNvSpPr/>
          <p:nvPr/>
        </p:nvSpPr>
        <p:spPr>
          <a:xfrm>
            <a:off x="0" y="308520"/>
            <a:ext cx="5760000" cy="295200"/>
          </a:xfrm>
          <a:custGeom>
            <a:avLst/>
            <a:gdLst/>
            <a:ahLst/>
            <a:rect l="0" t="0" r="r" b="b"/>
            <a:pathLst>
              <a:path w="16000" h="820">
                <a:moveTo>
                  <a:pt x="0" y="820"/>
                </a:moveTo>
                <a:lnTo>
                  <a:pt x="16000" y="820"/>
                </a:lnTo>
                <a:lnTo>
                  <a:pt x="16000" y="0"/>
                </a:lnTo>
                <a:lnTo>
                  <a:pt x="0" y="0"/>
                </a:lnTo>
                <a:lnTo>
                  <a:pt x="0" y="82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1489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490" name=""/>
          <p:cNvSpPr txBox="1"/>
          <p:nvPr/>
        </p:nvSpPr>
        <p:spPr>
          <a:xfrm>
            <a:off x="108000" y="354960"/>
            <a:ext cx="81756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430" spc="-1" strike="noStrike">
                <a:solidFill>
                  <a:srgbClr val="ffffff"/>
                </a:solidFill>
                <a:latin typeface="Arial"/>
              </a:rPr>
              <a:t>Bibliogra_x001c_a</a:t>
            </a:r>
            <a:endParaRPr b="0" lang="pl-PL" sz="1430" spc="-1" strike="noStrike">
              <a:latin typeface="Times New Roman"/>
            </a:endParaRPr>
          </a:p>
        </p:txBody>
      </p:sp>
      <p:sp>
        <p:nvSpPr>
          <p:cNvPr id="1491" name=""/>
          <p:cNvSpPr txBox="1"/>
          <p:nvPr/>
        </p:nvSpPr>
        <p:spPr>
          <a:xfrm>
            <a:off x="360000" y="1341360"/>
            <a:ext cx="11196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4c004c"/>
                </a:solidFill>
                <a:latin typeface="Arial"/>
              </a:rPr>
              <a:t>[1]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492" name=""/>
          <p:cNvSpPr txBox="1"/>
          <p:nvPr/>
        </p:nvSpPr>
        <p:spPr>
          <a:xfrm>
            <a:off x="614880" y="1341360"/>
            <a:ext cx="337788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4c004c"/>
                </a:solidFill>
                <a:latin typeface="Arial"/>
              </a:rPr>
              <a:t>Charles Tanford.</a:t>
            </a:r>
            <a:r>
              <a:rPr b="0" lang="pl-PL" sz="790" spc="-1" strike="noStrike">
                <a:solidFill>
                  <a:srgbClr val="000000"/>
                </a:solidFill>
                <a:latin typeface="Arial"/>
              </a:rPr>
              <a:t> The hydrophobic e_x001b_ect: formation of micelles and biological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493" name=""/>
          <p:cNvSpPr txBox="1"/>
          <p:nvPr/>
        </p:nvSpPr>
        <p:spPr>
          <a:xfrm>
            <a:off x="4117320" y="1341360"/>
            <a:ext cx="115884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000000"/>
                </a:solidFill>
                <a:latin typeface="Arial"/>
              </a:rPr>
              <a:t>membranes.</a:t>
            </a:r>
            <a:r>
              <a:rPr b="0" lang="pl-PL" sz="790" spc="-1" strike="noStrike">
                <a:solidFill>
                  <a:srgbClr val="8b598b"/>
                </a:solidFill>
                <a:latin typeface="Arial"/>
              </a:rPr>
              <a:t> eng. 2. ed. A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494" name=""/>
          <p:cNvSpPr txBox="1"/>
          <p:nvPr/>
        </p:nvSpPr>
        <p:spPr>
          <a:xfrm>
            <a:off x="614880" y="1451160"/>
            <a:ext cx="351648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8b598b"/>
                </a:solidFill>
                <a:latin typeface="Arial"/>
              </a:rPr>
              <a:t>Wiley-Interscience publication. New York: Wiley, 1980. ISBN: 9780471048930.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495" name=""/>
          <p:cNvSpPr txBox="1"/>
          <p:nvPr/>
        </p:nvSpPr>
        <p:spPr>
          <a:xfrm>
            <a:off x="360000" y="1604160"/>
            <a:ext cx="11196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4c004c"/>
                </a:solidFill>
                <a:latin typeface="Arial"/>
              </a:rPr>
              <a:t>[2]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496" name=""/>
          <p:cNvSpPr txBox="1"/>
          <p:nvPr/>
        </p:nvSpPr>
        <p:spPr>
          <a:xfrm>
            <a:off x="614880" y="1604160"/>
            <a:ext cx="441288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4c004c"/>
                </a:solidFill>
                <a:latin typeface="Arial"/>
              </a:rPr>
              <a:t>Joanna Grabowska, Anna Ku_x001b_el, and Jan Zielkiewicz.</a:t>
            </a:r>
            <a:r>
              <a:rPr b="0" lang="pl-PL" sz="790" spc="-1" strike="noStrike">
                <a:solidFill>
                  <a:srgbClr val="000000"/>
                </a:solidFill>
                <a:latin typeface="Arial"/>
              </a:rPr>
              <a:t> _x0010_Revealing the Frank_x0015_Evans _x0010_Iceberg_x0011_ Structures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497" name=""/>
          <p:cNvSpPr txBox="1"/>
          <p:nvPr/>
        </p:nvSpPr>
        <p:spPr>
          <a:xfrm>
            <a:off x="614880" y="1714320"/>
            <a:ext cx="334908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000000"/>
                </a:solidFill>
                <a:latin typeface="Arial"/>
              </a:rPr>
              <a:t>within the Solvation Layer around Hydrophobic Solutes_x0011_.</a:t>
            </a:r>
            <a:r>
              <a:rPr b="0" lang="pl-PL" sz="790" spc="-1" strike="noStrike">
                <a:solidFill>
                  <a:srgbClr val="8b598b"/>
                </a:solidFill>
                <a:latin typeface="Arial"/>
              </a:rPr>
              <a:t> en. In: The Journal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498" name=""/>
          <p:cNvSpPr txBox="1"/>
          <p:nvPr/>
        </p:nvSpPr>
        <p:spPr>
          <a:xfrm>
            <a:off x="4092120" y="1714320"/>
            <a:ext cx="48852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8b598b"/>
                </a:solidFill>
                <a:latin typeface="Arial"/>
              </a:rPr>
              <a:t>of Physical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499" name=""/>
          <p:cNvSpPr txBox="1"/>
          <p:nvPr/>
        </p:nvSpPr>
        <p:spPr>
          <a:xfrm>
            <a:off x="4615920" y="1714320"/>
            <a:ext cx="54936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8b598b"/>
                </a:solidFill>
                <a:latin typeface="Arial"/>
              </a:rPr>
              <a:t>Chemistry B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500" name=""/>
          <p:cNvSpPr txBox="1"/>
          <p:nvPr/>
        </p:nvSpPr>
        <p:spPr>
          <a:xfrm>
            <a:off x="614880" y="1810440"/>
            <a:ext cx="459720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8b598b"/>
                </a:solidFill>
                <a:latin typeface="Arial"/>
              </a:rPr>
              <a:t>125.6 (Feb. 2021), pp. 1611_x0015_1617. ISSN: 1520-6106, 1520-5207. DOI: 10.1021/acs.jpcb.0c09489. URL: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501" name=""/>
          <p:cNvSpPr txBox="1"/>
          <p:nvPr/>
        </p:nvSpPr>
        <p:spPr>
          <a:xfrm>
            <a:off x="614880" y="1906560"/>
            <a:ext cx="227592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8b598b"/>
                </a:solidFill>
                <a:latin typeface="Arial"/>
              </a:rPr>
              <a:t>https://pubs.acs.org/doi/10.1021/acs.jpcb.0c09489.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502" name=""/>
          <p:cNvSpPr txBox="1"/>
          <p:nvPr/>
        </p:nvSpPr>
        <p:spPr>
          <a:xfrm>
            <a:off x="360000" y="2074320"/>
            <a:ext cx="11196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4c004c"/>
                </a:solidFill>
                <a:latin typeface="Arial"/>
              </a:rPr>
              <a:t>[3]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503" name=""/>
          <p:cNvSpPr txBox="1"/>
          <p:nvPr/>
        </p:nvSpPr>
        <p:spPr>
          <a:xfrm>
            <a:off x="614880" y="2074320"/>
            <a:ext cx="20952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4c004c"/>
                </a:solidFill>
                <a:latin typeface="Arial"/>
              </a:rPr>
              <a:t>Noel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504" name=""/>
          <p:cNvSpPr txBox="1"/>
          <p:nvPr/>
        </p:nvSpPr>
        <p:spPr>
          <a:xfrm>
            <a:off x="856800" y="2074320"/>
            <a:ext cx="396936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4c004c"/>
                </a:solidFill>
                <a:latin typeface="Arial"/>
              </a:rPr>
              <a:t>T. Southall, Ken A. Dill, and A. D. J. Haymet.</a:t>
            </a:r>
            <a:r>
              <a:rPr b="0" lang="pl-PL" sz="790" spc="-1" strike="noStrike">
                <a:solidFill>
                  <a:srgbClr val="000000"/>
                </a:solidFill>
                <a:latin typeface="Arial"/>
              </a:rPr>
              <a:t> _x0010_A View of the Hydrophobic E_x001b_ect_x0011_.</a:t>
            </a:r>
            <a:r>
              <a:rPr b="0" lang="pl-PL" sz="790" spc="-1" strike="noStrike">
                <a:solidFill>
                  <a:srgbClr val="8b598b"/>
                </a:solidFill>
                <a:latin typeface="Arial"/>
              </a:rPr>
              <a:t> en. In: The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505" name=""/>
          <p:cNvSpPr txBox="1"/>
          <p:nvPr/>
        </p:nvSpPr>
        <p:spPr>
          <a:xfrm>
            <a:off x="614880" y="2187720"/>
            <a:ext cx="33300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8b598b"/>
                </a:solidFill>
                <a:latin typeface="Arial"/>
              </a:rPr>
              <a:t>Journal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506" name=""/>
          <p:cNvSpPr txBox="1"/>
          <p:nvPr/>
        </p:nvSpPr>
        <p:spPr>
          <a:xfrm>
            <a:off x="980280" y="2187720"/>
            <a:ext cx="48852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8b598b"/>
                </a:solidFill>
                <a:latin typeface="Arial"/>
              </a:rPr>
              <a:t>of Physical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507" name=""/>
          <p:cNvSpPr txBox="1"/>
          <p:nvPr/>
        </p:nvSpPr>
        <p:spPr>
          <a:xfrm>
            <a:off x="1504440" y="2187720"/>
            <a:ext cx="355788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8b598b"/>
                </a:solidFill>
                <a:latin typeface="Arial"/>
              </a:rPr>
              <a:t>Chemistry B 106.3 (Jan. 2002), pp. 521_x0015_533. ISSN: 1520-6106, 1520-5207. DOI: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509" name=""/>
          <p:cNvSpPr txBox="1"/>
          <p:nvPr/>
        </p:nvSpPr>
        <p:spPr>
          <a:xfrm>
            <a:off x="614880" y="2283840"/>
            <a:ext cx="314316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8b598b"/>
                </a:solidFill>
                <a:latin typeface="Arial"/>
              </a:rPr>
              <a:t>10.1021/jp015514e. URL: https://pubs.acs.org/doi/10.1021/jp015514e.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1510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511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"/>
          <p:cNvSpPr/>
          <p:nvPr/>
        </p:nvSpPr>
        <p:spPr>
          <a:xfrm>
            <a:off x="0" y="0"/>
            <a:ext cx="5760000" cy="3600360"/>
          </a:xfrm>
          <a:custGeom>
            <a:avLst/>
            <a:gdLst/>
            <a:ahLst/>
            <a:rect l="0" t="0" r="r" b="b"/>
            <a:pathLst>
              <a:path w="16000" h="10001">
                <a:moveTo>
                  <a:pt x="0" y="10001"/>
                </a:moveTo>
                <a:lnTo>
                  <a:pt x="16000" y="10001"/>
                </a:lnTo>
                <a:lnTo>
                  <a:pt x="16000" y="0"/>
                </a:lnTo>
                <a:lnTo>
                  <a:pt x="0" y="0"/>
                </a:lnTo>
                <a:lnTo>
                  <a:pt x="0" y="10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513" name=""/>
          <p:cNvSpPr/>
          <p:nvPr/>
        </p:nvSpPr>
        <p:spPr>
          <a:xfrm>
            <a:off x="3842280" y="3398040"/>
            <a:ext cx="320400" cy="353520"/>
          </a:xfrm>
          <a:custGeom>
            <a:avLst/>
            <a:gdLst/>
            <a:ahLst/>
            <a:rect l="0" t="0" r="r" b="b"/>
            <a:pathLst>
              <a:path w="890" h="982">
                <a:moveTo>
                  <a:pt x="3" y="133"/>
                </a:moveTo>
                <a:lnTo>
                  <a:pt x="158" y="200"/>
                </a:lnTo>
                <a:lnTo>
                  <a:pt x="24" y="177"/>
                </a:lnTo>
                <a:lnTo>
                  <a:pt x="0" y="194"/>
                </a:lnTo>
                <a:cubicBezTo>
                  <a:pt x="0" y="194"/>
                  <a:pt x="1" y="217"/>
                  <a:pt x="16" y="224"/>
                </a:cubicBezTo>
                <a:cubicBezTo>
                  <a:pt x="31" y="231"/>
                  <a:pt x="124" y="273"/>
                  <a:pt x="124" y="273"/>
                </a:cubicBezTo>
                <a:lnTo>
                  <a:pt x="158" y="284"/>
                </a:lnTo>
                <a:lnTo>
                  <a:pt x="21" y="304"/>
                </a:lnTo>
                <a:cubicBezTo>
                  <a:pt x="21" y="304"/>
                  <a:pt x="-14" y="327"/>
                  <a:pt x="33" y="336"/>
                </a:cubicBezTo>
                <a:cubicBezTo>
                  <a:pt x="79" y="344"/>
                  <a:pt x="121" y="361"/>
                  <a:pt x="144" y="364"/>
                </a:cubicBezTo>
                <a:cubicBezTo>
                  <a:pt x="168" y="367"/>
                  <a:pt x="177" y="374"/>
                  <a:pt x="177" y="374"/>
                </a:cubicBezTo>
                <a:lnTo>
                  <a:pt x="72" y="413"/>
                </a:lnTo>
                <a:cubicBezTo>
                  <a:pt x="72" y="413"/>
                  <a:pt x="115" y="453"/>
                  <a:pt x="132" y="455"/>
                </a:cubicBezTo>
                <a:cubicBezTo>
                  <a:pt x="149" y="457"/>
                  <a:pt x="204" y="458"/>
                  <a:pt x="214" y="459"/>
                </a:cubicBezTo>
                <a:cubicBezTo>
                  <a:pt x="224" y="460"/>
                  <a:pt x="161" y="496"/>
                  <a:pt x="161" y="496"/>
                </a:cubicBezTo>
                <a:cubicBezTo>
                  <a:pt x="161" y="496"/>
                  <a:pt x="181" y="521"/>
                  <a:pt x="199" y="527"/>
                </a:cubicBezTo>
                <a:cubicBezTo>
                  <a:pt x="216" y="533"/>
                  <a:pt x="279" y="560"/>
                  <a:pt x="279" y="560"/>
                </a:cubicBezTo>
                <a:lnTo>
                  <a:pt x="334" y="581"/>
                </a:lnTo>
                <a:cubicBezTo>
                  <a:pt x="334" y="581"/>
                  <a:pt x="323" y="657"/>
                  <a:pt x="328" y="665"/>
                </a:cubicBezTo>
                <a:cubicBezTo>
                  <a:pt x="333" y="673"/>
                  <a:pt x="383" y="713"/>
                  <a:pt x="383" y="713"/>
                </a:cubicBezTo>
                <a:lnTo>
                  <a:pt x="297" y="791"/>
                </a:lnTo>
                <a:cubicBezTo>
                  <a:pt x="297" y="791"/>
                  <a:pt x="270" y="811"/>
                  <a:pt x="279" y="826"/>
                </a:cubicBezTo>
                <a:cubicBezTo>
                  <a:pt x="289" y="841"/>
                  <a:pt x="335" y="881"/>
                  <a:pt x="335" y="881"/>
                </a:cubicBezTo>
                <a:cubicBezTo>
                  <a:pt x="335" y="881"/>
                  <a:pt x="407" y="851"/>
                  <a:pt x="417" y="845"/>
                </a:cubicBezTo>
                <a:cubicBezTo>
                  <a:pt x="426" y="838"/>
                  <a:pt x="496" y="798"/>
                  <a:pt x="496" y="798"/>
                </a:cubicBezTo>
                <a:cubicBezTo>
                  <a:pt x="496" y="798"/>
                  <a:pt x="510" y="785"/>
                  <a:pt x="521" y="790"/>
                </a:cubicBezTo>
                <a:cubicBezTo>
                  <a:pt x="532" y="795"/>
                  <a:pt x="565" y="810"/>
                  <a:pt x="573" y="820"/>
                </a:cubicBezTo>
                <a:cubicBezTo>
                  <a:pt x="581" y="830"/>
                  <a:pt x="607" y="871"/>
                  <a:pt x="610" y="880"/>
                </a:cubicBezTo>
                <a:cubicBezTo>
                  <a:pt x="613" y="890"/>
                  <a:pt x="620" y="926"/>
                  <a:pt x="620" y="926"/>
                </a:cubicBezTo>
                <a:cubicBezTo>
                  <a:pt x="620" y="926"/>
                  <a:pt x="630" y="931"/>
                  <a:pt x="644" y="922"/>
                </a:cubicBezTo>
                <a:cubicBezTo>
                  <a:pt x="657" y="914"/>
                  <a:pt x="658" y="915"/>
                  <a:pt x="658" y="915"/>
                </a:cubicBezTo>
                <a:lnTo>
                  <a:pt x="662" y="964"/>
                </a:lnTo>
                <a:lnTo>
                  <a:pt x="689" y="931"/>
                </a:lnTo>
                <a:lnTo>
                  <a:pt x="712" y="982"/>
                </a:lnTo>
                <a:cubicBezTo>
                  <a:pt x="712" y="982"/>
                  <a:pt x="752" y="949"/>
                  <a:pt x="752" y="934"/>
                </a:cubicBezTo>
                <a:cubicBezTo>
                  <a:pt x="751" y="919"/>
                  <a:pt x="796" y="845"/>
                  <a:pt x="796" y="845"/>
                </a:cubicBezTo>
                <a:lnTo>
                  <a:pt x="783" y="772"/>
                </a:lnTo>
                <a:cubicBezTo>
                  <a:pt x="783" y="772"/>
                  <a:pt x="780" y="688"/>
                  <a:pt x="783" y="671"/>
                </a:cubicBezTo>
                <a:cubicBezTo>
                  <a:pt x="786" y="655"/>
                  <a:pt x="773" y="596"/>
                  <a:pt x="773" y="596"/>
                </a:cubicBezTo>
                <a:lnTo>
                  <a:pt x="741" y="558"/>
                </a:lnTo>
                <a:cubicBezTo>
                  <a:pt x="741" y="558"/>
                  <a:pt x="753" y="517"/>
                  <a:pt x="767" y="504"/>
                </a:cubicBezTo>
                <a:cubicBezTo>
                  <a:pt x="781" y="491"/>
                  <a:pt x="839" y="467"/>
                  <a:pt x="848" y="469"/>
                </a:cubicBezTo>
                <a:cubicBezTo>
                  <a:pt x="858" y="471"/>
                  <a:pt x="890" y="486"/>
                  <a:pt x="890" y="486"/>
                </a:cubicBezTo>
                <a:lnTo>
                  <a:pt x="847" y="429"/>
                </a:lnTo>
                <a:lnTo>
                  <a:pt x="749" y="418"/>
                </a:lnTo>
                <a:lnTo>
                  <a:pt x="651" y="431"/>
                </a:lnTo>
                <a:lnTo>
                  <a:pt x="556" y="422"/>
                </a:lnTo>
                <a:cubicBezTo>
                  <a:pt x="556" y="422"/>
                  <a:pt x="468" y="315"/>
                  <a:pt x="464" y="304"/>
                </a:cubicBezTo>
                <a:cubicBezTo>
                  <a:pt x="461" y="294"/>
                  <a:pt x="394" y="171"/>
                  <a:pt x="394" y="171"/>
                </a:cubicBezTo>
                <a:lnTo>
                  <a:pt x="306" y="126"/>
                </a:lnTo>
                <a:cubicBezTo>
                  <a:pt x="306" y="126"/>
                  <a:pt x="204" y="48"/>
                  <a:pt x="201" y="50"/>
                </a:cubicBezTo>
                <a:cubicBezTo>
                  <a:pt x="199" y="52"/>
                  <a:pt x="93" y="0"/>
                  <a:pt x="93" y="0"/>
                </a:cubicBezTo>
                <a:cubicBezTo>
                  <a:pt x="93" y="0"/>
                  <a:pt x="53" y="52"/>
                  <a:pt x="72" y="66"/>
                </a:cubicBezTo>
                <a:cubicBezTo>
                  <a:pt x="91" y="79"/>
                  <a:pt x="195" y="152"/>
                  <a:pt x="195" y="152"/>
                </a:cubicBezTo>
                <a:lnTo>
                  <a:pt x="38" y="104"/>
                </a:lnTo>
                <a:lnTo>
                  <a:pt x="3" y="1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14" name=""/>
          <p:cNvSpPr/>
          <p:nvPr/>
        </p:nvSpPr>
        <p:spPr>
          <a:xfrm>
            <a:off x="4838400" y="3032280"/>
            <a:ext cx="197280" cy="246600"/>
          </a:xfrm>
          <a:custGeom>
            <a:avLst/>
            <a:gdLst/>
            <a:ahLst/>
            <a:rect l="0" t="0" r="r" b="b"/>
            <a:pathLst>
              <a:path w="548" h="685">
                <a:moveTo>
                  <a:pt x="28" y="447"/>
                </a:moveTo>
                <a:cubicBezTo>
                  <a:pt x="28" y="447"/>
                  <a:pt x="99" y="341"/>
                  <a:pt x="111" y="325"/>
                </a:cubicBezTo>
                <a:cubicBezTo>
                  <a:pt x="124" y="309"/>
                  <a:pt x="149" y="212"/>
                  <a:pt x="157" y="198"/>
                </a:cubicBezTo>
                <a:cubicBezTo>
                  <a:pt x="166" y="183"/>
                  <a:pt x="196" y="116"/>
                  <a:pt x="219" y="95"/>
                </a:cubicBezTo>
                <a:cubicBezTo>
                  <a:pt x="243" y="73"/>
                  <a:pt x="361" y="-1"/>
                  <a:pt x="388" y="0"/>
                </a:cubicBezTo>
                <a:cubicBezTo>
                  <a:pt x="415" y="1"/>
                  <a:pt x="427" y="0"/>
                  <a:pt x="453" y="6"/>
                </a:cubicBezTo>
                <a:cubicBezTo>
                  <a:pt x="479" y="13"/>
                  <a:pt x="548" y="60"/>
                  <a:pt x="548" y="60"/>
                </a:cubicBezTo>
                <a:lnTo>
                  <a:pt x="543" y="125"/>
                </a:lnTo>
                <a:lnTo>
                  <a:pt x="512" y="78"/>
                </a:lnTo>
                <a:lnTo>
                  <a:pt x="457" y="81"/>
                </a:lnTo>
                <a:lnTo>
                  <a:pt x="424" y="140"/>
                </a:lnTo>
                <a:lnTo>
                  <a:pt x="440" y="192"/>
                </a:lnTo>
                <a:cubicBezTo>
                  <a:pt x="440" y="192"/>
                  <a:pt x="452" y="206"/>
                  <a:pt x="459" y="225"/>
                </a:cubicBezTo>
                <a:cubicBezTo>
                  <a:pt x="465" y="245"/>
                  <a:pt x="484" y="366"/>
                  <a:pt x="484" y="366"/>
                </a:cubicBezTo>
                <a:cubicBezTo>
                  <a:pt x="484" y="366"/>
                  <a:pt x="478" y="444"/>
                  <a:pt x="477" y="465"/>
                </a:cubicBezTo>
                <a:cubicBezTo>
                  <a:pt x="476" y="486"/>
                  <a:pt x="453" y="638"/>
                  <a:pt x="453" y="638"/>
                </a:cubicBezTo>
                <a:lnTo>
                  <a:pt x="425" y="666"/>
                </a:lnTo>
                <a:lnTo>
                  <a:pt x="425" y="591"/>
                </a:lnTo>
                <a:lnTo>
                  <a:pt x="415" y="521"/>
                </a:lnTo>
                <a:lnTo>
                  <a:pt x="392" y="616"/>
                </a:lnTo>
                <a:lnTo>
                  <a:pt x="376" y="643"/>
                </a:lnTo>
                <a:cubicBezTo>
                  <a:pt x="376" y="643"/>
                  <a:pt x="361" y="577"/>
                  <a:pt x="363" y="564"/>
                </a:cubicBezTo>
                <a:cubicBezTo>
                  <a:pt x="364" y="551"/>
                  <a:pt x="363" y="501"/>
                  <a:pt x="363" y="501"/>
                </a:cubicBezTo>
                <a:lnTo>
                  <a:pt x="321" y="577"/>
                </a:lnTo>
                <a:lnTo>
                  <a:pt x="302" y="533"/>
                </a:lnTo>
                <a:lnTo>
                  <a:pt x="232" y="610"/>
                </a:lnTo>
                <a:lnTo>
                  <a:pt x="194" y="685"/>
                </a:lnTo>
                <a:cubicBezTo>
                  <a:pt x="194" y="685"/>
                  <a:pt x="161" y="655"/>
                  <a:pt x="171" y="638"/>
                </a:cubicBezTo>
                <a:cubicBezTo>
                  <a:pt x="180" y="620"/>
                  <a:pt x="199" y="581"/>
                  <a:pt x="199" y="581"/>
                </a:cubicBezTo>
                <a:lnTo>
                  <a:pt x="116" y="651"/>
                </a:lnTo>
                <a:cubicBezTo>
                  <a:pt x="116" y="651"/>
                  <a:pt x="98" y="589"/>
                  <a:pt x="108" y="584"/>
                </a:cubicBezTo>
                <a:cubicBezTo>
                  <a:pt x="119" y="579"/>
                  <a:pt x="130" y="524"/>
                  <a:pt x="130" y="524"/>
                </a:cubicBezTo>
                <a:cubicBezTo>
                  <a:pt x="130" y="524"/>
                  <a:pt x="134" y="475"/>
                  <a:pt x="130" y="496"/>
                </a:cubicBezTo>
                <a:cubicBezTo>
                  <a:pt x="126" y="516"/>
                  <a:pt x="55" y="567"/>
                  <a:pt x="55" y="567"/>
                </a:cubicBezTo>
                <a:lnTo>
                  <a:pt x="61" y="497"/>
                </a:lnTo>
                <a:lnTo>
                  <a:pt x="25" y="521"/>
                </a:lnTo>
                <a:lnTo>
                  <a:pt x="0" y="489"/>
                </a:lnTo>
                <a:lnTo>
                  <a:pt x="28" y="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15" name=""/>
          <p:cNvSpPr/>
          <p:nvPr/>
        </p:nvSpPr>
        <p:spPr>
          <a:xfrm>
            <a:off x="4059720" y="3329280"/>
            <a:ext cx="309240" cy="259920"/>
          </a:xfrm>
          <a:custGeom>
            <a:avLst/>
            <a:gdLst/>
            <a:ahLst/>
            <a:rect l="0" t="0" r="r" b="b"/>
            <a:pathLst>
              <a:path w="859" h="722">
                <a:moveTo>
                  <a:pt x="515" y="106"/>
                </a:moveTo>
                <a:lnTo>
                  <a:pt x="465" y="36"/>
                </a:lnTo>
                <a:lnTo>
                  <a:pt x="377" y="0"/>
                </a:lnTo>
                <a:lnTo>
                  <a:pt x="193" y="110"/>
                </a:lnTo>
                <a:lnTo>
                  <a:pt x="29" y="181"/>
                </a:lnTo>
                <a:lnTo>
                  <a:pt x="0" y="223"/>
                </a:lnTo>
                <a:lnTo>
                  <a:pt x="215" y="163"/>
                </a:lnTo>
                <a:lnTo>
                  <a:pt x="262" y="151"/>
                </a:lnTo>
                <a:cubicBezTo>
                  <a:pt x="262" y="151"/>
                  <a:pt x="294" y="166"/>
                  <a:pt x="270" y="174"/>
                </a:cubicBezTo>
                <a:cubicBezTo>
                  <a:pt x="247" y="181"/>
                  <a:pt x="60" y="236"/>
                  <a:pt x="60" y="236"/>
                </a:cubicBezTo>
                <a:lnTo>
                  <a:pt x="84" y="258"/>
                </a:lnTo>
                <a:lnTo>
                  <a:pt x="219" y="225"/>
                </a:lnTo>
                <a:lnTo>
                  <a:pt x="283" y="218"/>
                </a:lnTo>
                <a:lnTo>
                  <a:pt x="195" y="263"/>
                </a:lnTo>
                <a:cubicBezTo>
                  <a:pt x="195" y="263"/>
                  <a:pt x="289" y="278"/>
                  <a:pt x="299" y="275"/>
                </a:cubicBezTo>
                <a:cubicBezTo>
                  <a:pt x="308" y="273"/>
                  <a:pt x="347" y="260"/>
                  <a:pt x="347" y="260"/>
                </a:cubicBezTo>
                <a:lnTo>
                  <a:pt x="340" y="317"/>
                </a:lnTo>
                <a:cubicBezTo>
                  <a:pt x="340" y="317"/>
                  <a:pt x="325" y="334"/>
                  <a:pt x="336" y="339"/>
                </a:cubicBezTo>
                <a:cubicBezTo>
                  <a:pt x="348" y="343"/>
                  <a:pt x="404" y="391"/>
                  <a:pt x="404" y="391"/>
                </a:cubicBezTo>
                <a:lnTo>
                  <a:pt x="418" y="426"/>
                </a:lnTo>
                <a:lnTo>
                  <a:pt x="411" y="480"/>
                </a:lnTo>
                <a:lnTo>
                  <a:pt x="360" y="518"/>
                </a:lnTo>
                <a:lnTo>
                  <a:pt x="388" y="563"/>
                </a:lnTo>
                <a:lnTo>
                  <a:pt x="476" y="545"/>
                </a:lnTo>
                <a:lnTo>
                  <a:pt x="538" y="578"/>
                </a:lnTo>
                <a:lnTo>
                  <a:pt x="608" y="557"/>
                </a:lnTo>
                <a:lnTo>
                  <a:pt x="674" y="615"/>
                </a:lnTo>
                <a:lnTo>
                  <a:pt x="658" y="672"/>
                </a:lnTo>
                <a:lnTo>
                  <a:pt x="647" y="722"/>
                </a:lnTo>
                <a:lnTo>
                  <a:pt x="714" y="672"/>
                </a:lnTo>
                <a:lnTo>
                  <a:pt x="733" y="714"/>
                </a:lnTo>
                <a:cubicBezTo>
                  <a:pt x="733" y="714"/>
                  <a:pt x="783" y="660"/>
                  <a:pt x="791" y="652"/>
                </a:cubicBezTo>
                <a:cubicBezTo>
                  <a:pt x="799" y="644"/>
                  <a:pt x="830" y="612"/>
                  <a:pt x="830" y="612"/>
                </a:cubicBezTo>
                <a:lnTo>
                  <a:pt x="859" y="650"/>
                </a:lnTo>
                <a:cubicBezTo>
                  <a:pt x="859" y="650"/>
                  <a:pt x="851" y="616"/>
                  <a:pt x="846" y="598"/>
                </a:cubicBezTo>
                <a:cubicBezTo>
                  <a:pt x="841" y="580"/>
                  <a:pt x="796" y="479"/>
                  <a:pt x="796" y="479"/>
                </a:cubicBezTo>
                <a:lnTo>
                  <a:pt x="767" y="423"/>
                </a:lnTo>
                <a:lnTo>
                  <a:pt x="726" y="385"/>
                </a:lnTo>
                <a:lnTo>
                  <a:pt x="733" y="338"/>
                </a:lnTo>
                <a:lnTo>
                  <a:pt x="803" y="339"/>
                </a:lnTo>
                <a:lnTo>
                  <a:pt x="844" y="379"/>
                </a:lnTo>
                <a:lnTo>
                  <a:pt x="828" y="300"/>
                </a:lnTo>
                <a:lnTo>
                  <a:pt x="773" y="265"/>
                </a:lnTo>
                <a:lnTo>
                  <a:pt x="666" y="270"/>
                </a:lnTo>
                <a:lnTo>
                  <a:pt x="520" y="142"/>
                </a:lnTo>
                <a:lnTo>
                  <a:pt x="515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16" name=""/>
          <p:cNvSpPr/>
          <p:nvPr/>
        </p:nvSpPr>
        <p:spPr>
          <a:xfrm>
            <a:off x="4344120" y="3281040"/>
            <a:ext cx="250560" cy="216000"/>
          </a:xfrm>
          <a:custGeom>
            <a:avLst/>
            <a:gdLst/>
            <a:ahLst/>
            <a:rect l="0" t="0" r="r" b="b"/>
            <a:pathLst>
              <a:path w="696" h="600">
                <a:moveTo>
                  <a:pt x="524" y="49"/>
                </a:moveTo>
                <a:lnTo>
                  <a:pt x="405" y="40"/>
                </a:lnTo>
                <a:lnTo>
                  <a:pt x="319" y="0"/>
                </a:lnTo>
                <a:lnTo>
                  <a:pt x="227" y="20"/>
                </a:lnTo>
                <a:lnTo>
                  <a:pt x="171" y="134"/>
                </a:lnTo>
                <a:lnTo>
                  <a:pt x="103" y="196"/>
                </a:lnTo>
                <a:cubicBezTo>
                  <a:pt x="103" y="196"/>
                  <a:pt x="-8" y="269"/>
                  <a:pt x="1" y="268"/>
                </a:cubicBezTo>
                <a:cubicBezTo>
                  <a:pt x="10" y="268"/>
                  <a:pt x="75" y="254"/>
                  <a:pt x="83" y="250"/>
                </a:cubicBezTo>
                <a:cubicBezTo>
                  <a:pt x="91" y="247"/>
                  <a:pt x="145" y="218"/>
                  <a:pt x="145" y="218"/>
                </a:cubicBezTo>
                <a:lnTo>
                  <a:pt x="115" y="293"/>
                </a:lnTo>
                <a:lnTo>
                  <a:pt x="214" y="247"/>
                </a:lnTo>
                <a:lnTo>
                  <a:pt x="214" y="268"/>
                </a:lnTo>
                <a:lnTo>
                  <a:pt x="216" y="337"/>
                </a:lnTo>
                <a:lnTo>
                  <a:pt x="239" y="359"/>
                </a:lnTo>
                <a:lnTo>
                  <a:pt x="257" y="391"/>
                </a:lnTo>
                <a:lnTo>
                  <a:pt x="245" y="431"/>
                </a:lnTo>
                <a:lnTo>
                  <a:pt x="362" y="405"/>
                </a:lnTo>
                <a:lnTo>
                  <a:pt x="389" y="408"/>
                </a:lnTo>
                <a:lnTo>
                  <a:pt x="400" y="467"/>
                </a:lnTo>
                <a:lnTo>
                  <a:pt x="421" y="485"/>
                </a:lnTo>
                <a:lnTo>
                  <a:pt x="366" y="540"/>
                </a:lnTo>
                <a:lnTo>
                  <a:pt x="444" y="524"/>
                </a:lnTo>
                <a:lnTo>
                  <a:pt x="497" y="497"/>
                </a:lnTo>
                <a:lnTo>
                  <a:pt x="474" y="600"/>
                </a:lnTo>
                <a:lnTo>
                  <a:pt x="542" y="509"/>
                </a:lnTo>
                <a:lnTo>
                  <a:pt x="589" y="459"/>
                </a:lnTo>
                <a:lnTo>
                  <a:pt x="616" y="534"/>
                </a:lnTo>
                <a:lnTo>
                  <a:pt x="634" y="399"/>
                </a:lnTo>
                <a:lnTo>
                  <a:pt x="571" y="273"/>
                </a:lnTo>
                <a:lnTo>
                  <a:pt x="562" y="220"/>
                </a:lnTo>
                <a:lnTo>
                  <a:pt x="612" y="165"/>
                </a:lnTo>
                <a:lnTo>
                  <a:pt x="666" y="204"/>
                </a:lnTo>
                <a:lnTo>
                  <a:pt x="684" y="239"/>
                </a:lnTo>
                <a:lnTo>
                  <a:pt x="696" y="177"/>
                </a:lnTo>
                <a:lnTo>
                  <a:pt x="650" y="113"/>
                </a:lnTo>
                <a:lnTo>
                  <a:pt x="608" y="77"/>
                </a:lnTo>
                <a:lnTo>
                  <a:pt x="543" y="93"/>
                </a:lnTo>
                <a:lnTo>
                  <a:pt x="524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17" name=""/>
          <p:cNvSpPr/>
          <p:nvPr/>
        </p:nvSpPr>
        <p:spPr>
          <a:xfrm>
            <a:off x="4581000" y="3156480"/>
            <a:ext cx="228600" cy="235440"/>
          </a:xfrm>
          <a:custGeom>
            <a:avLst/>
            <a:gdLst/>
            <a:ahLst/>
            <a:rect l="0" t="0" r="r" b="b"/>
            <a:pathLst>
              <a:path w="635" h="654">
                <a:moveTo>
                  <a:pt x="229" y="110"/>
                </a:moveTo>
                <a:lnTo>
                  <a:pt x="313" y="34"/>
                </a:lnTo>
                <a:lnTo>
                  <a:pt x="382" y="0"/>
                </a:lnTo>
                <a:lnTo>
                  <a:pt x="433" y="14"/>
                </a:lnTo>
                <a:lnTo>
                  <a:pt x="472" y="22"/>
                </a:lnTo>
                <a:lnTo>
                  <a:pt x="522" y="88"/>
                </a:lnTo>
                <a:lnTo>
                  <a:pt x="577" y="124"/>
                </a:lnTo>
                <a:lnTo>
                  <a:pt x="587" y="208"/>
                </a:lnTo>
                <a:lnTo>
                  <a:pt x="549" y="178"/>
                </a:lnTo>
                <a:lnTo>
                  <a:pt x="530" y="155"/>
                </a:lnTo>
                <a:lnTo>
                  <a:pt x="485" y="145"/>
                </a:lnTo>
                <a:lnTo>
                  <a:pt x="459" y="114"/>
                </a:lnTo>
                <a:lnTo>
                  <a:pt x="480" y="197"/>
                </a:lnTo>
                <a:lnTo>
                  <a:pt x="573" y="304"/>
                </a:lnTo>
                <a:lnTo>
                  <a:pt x="628" y="378"/>
                </a:lnTo>
                <a:cubicBezTo>
                  <a:pt x="628" y="378"/>
                  <a:pt x="626" y="473"/>
                  <a:pt x="627" y="483"/>
                </a:cubicBezTo>
                <a:cubicBezTo>
                  <a:pt x="628" y="493"/>
                  <a:pt x="635" y="590"/>
                  <a:pt x="635" y="590"/>
                </a:cubicBezTo>
                <a:lnTo>
                  <a:pt x="618" y="618"/>
                </a:lnTo>
                <a:lnTo>
                  <a:pt x="589" y="524"/>
                </a:lnTo>
                <a:lnTo>
                  <a:pt x="564" y="560"/>
                </a:lnTo>
                <a:lnTo>
                  <a:pt x="442" y="654"/>
                </a:lnTo>
                <a:lnTo>
                  <a:pt x="463" y="562"/>
                </a:lnTo>
                <a:lnTo>
                  <a:pt x="411" y="592"/>
                </a:lnTo>
                <a:cubicBezTo>
                  <a:pt x="411" y="592"/>
                  <a:pt x="400" y="535"/>
                  <a:pt x="399" y="522"/>
                </a:cubicBezTo>
                <a:cubicBezTo>
                  <a:pt x="398" y="509"/>
                  <a:pt x="390" y="453"/>
                  <a:pt x="390" y="453"/>
                </a:cubicBezTo>
                <a:lnTo>
                  <a:pt x="335" y="530"/>
                </a:lnTo>
                <a:lnTo>
                  <a:pt x="328" y="450"/>
                </a:lnTo>
                <a:lnTo>
                  <a:pt x="330" y="422"/>
                </a:lnTo>
                <a:lnTo>
                  <a:pt x="278" y="497"/>
                </a:lnTo>
                <a:lnTo>
                  <a:pt x="240" y="500"/>
                </a:lnTo>
                <a:cubicBezTo>
                  <a:pt x="240" y="500"/>
                  <a:pt x="253" y="436"/>
                  <a:pt x="253" y="424"/>
                </a:cubicBezTo>
                <a:cubicBezTo>
                  <a:pt x="253" y="412"/>
                  <a:pt x="236" y="354"/>
                  <a:pt x="236" y="354"/>
                </a:cubicBezTo>
                <a:cubicBezTo>
                  <a:pt x="236" y="354"/>
                  <a:pt x="152" y="395"/>
                  <a:pt x="137" y="403"/>
                </a:cubicBezTo>
                <a:cubicBezTo>
                  <a:pt x="122" y="411"/>
                  <a:pt x="93" y="447"/>
                  <a:pt x="68" y="424"/>
                </a:cubicBezTo>
                <a:cubicBezTo>
                  <a:pt x="43" y="401"/>
                  <a:pt x="0" y="370"/>
                  <a:pt x="0" y="370"/>
                </a:cubicBezTo>
                <a:cubicBezTo>
                  <a:pt x="0" y="370"/>
                  <a:pt x="8" y="334"/>
                  <a:pt x="22" y="329"/>
                </a:cubicBezTo>
                <a:cubicBezTo>
                  <a:pt x="37" y="325"/>
                  <a:pt x="74" y="310"/>
                  <a:pt x="81" y="306"/>
                </a:cubicBezTo>
                <a:cubicBezTo>
                  <a:pt x="88" y="302"/>
                  <a:pt x="121" y="249"/>
                  <a:pt x="121" y="249"/>
                </a:cubicBezTo>
                <a:cubicBezTo>
                  <a:pt x="121" y="249"/>
                  <a:pt x="176" y="195"/>
                  <a:pt x="182" y="190"/>
                </a:cubicBezTo>
                <a:cubicBezTo>
                  <a:pt x="188" y="184"/>
                  <a:pt x="229" y="110"/>
                  <a:pt x="229" y="1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18" name=""/>
          <p:cNvSpPr/>
          <p:nvPr/>
        </p:nvSpPr>
        <p:spPr>
          <a:xfrm>
            <a:off x="5070600" y="2891520"/>
            <a:ext cx="191160" cy="233280"/>
          </a:xfrm>
          <a:custGeom>
            <a:avLst/>
            <a:gdLst/>
            <a:ahLst/>
            <a:rect l="0" t="0" r="r" b="b"/>
            <a:pathLst>
              <a:path w="531" h="648">
                <a:moveTo>
                  <a:pt x="7" y="433"/>
                </a:moveTo>
                <a:cubicBezTo>
                  <a:pt x="12" y="425"/>
                  <a:pt x="116" y="261"/>
                  <a:pt x="116" y="261"/>
                </a:cubicBezTo>
                <a:lnTo>
                  <a:pt x="195" y="131"/>
                </a:lnTo>
                <a:lnTo>
                  <a:pt x="309" y="13"/>
                </a:lnTo>
                <a:lnTo>
                  <a:pt x="387" y="0"/>
                </a:lnTo>
                <a:lnTo>
                  <a:pt x="390" y="85"/>
                </a:lnTo>
                <a:lnTo>
                  <a:pt x="380" y="122"/>
                </a:lnTo>
                <a:lnTo>
                  <a:pt x="411" y="75"/>
                </a:lnTo>
                <a:lnTo>
                  <a:pt x="445" y="75"/>
                </a:lnTo>
                <a:lnTo>
                  <a:pt x="513" y="109"/>
                </a:lnTo>
                <a:lnTo>
                  <a:pt x="523" y="186"/>
                </a:lnTo>
                <a:lnTo>
                  <a:pt x="512" y="251"/>
                </a:lnTo>
                <a:lnTo>
                  <a:pt x="496" y="202"/>
                </a:lnTo>
                <a:lnTo>
                  <a:pt x="466" y="187"/>
                </a:lnTo>
                <a:lnTo>
                  <a:pt x="470" y="220"/>
                </a:lnTo>
                <a:lnTo>
                  <a:pt x="501" y="243"/>
                </a:lnTo>
                <a:lnTo>
                  <a:pt x="531" y="272"/>
                </a:lnTo>
                <a:lnTo>
                  <a:pt x="474" y="362"/>
                </a:lnTo>
                <a:cubicBezTo>
                  <a:pt x="474" y="362"/>
                  <a:pt x="398" y="483"/>
                  <a:pt x="390" y="494"/>
                </a:cubicBezTo>
                <a:cubicBezTo>
                  <a:pt x="382" y="505"/>
                  <a:pt x="266" y="592"/>
                  <a:pt x="256" y="599"/>
                </a:cubicBezTo>
                <a:cubicBezTo>
                  <a:pt x="246" y="605"/>
                  <a:pt x="186" y="641"/>
                  <a:pt x="186" y="641"/>
                </a:cubicBezTo>
                <a:cubicBezTo>
                  <a:pt x="186" y="641"/>
                  <a:pt x="221" y="558"/>
                  <a:pt x="226" y="544"/>
                </a:cubicBezTo>
                <a:cubicBezTo>
                  <a:pt x="231" y="530"/>
                  <a:pt x="245" y="474"/>
                  <a:pt x="227" y="505"/>
                </a:cubicBezTo>
                <a:cubicBezTo>
                  <a:pt x="209" y="535"/>
                  <a:pt x="142" y="615"/>
                  <a:pt x="142" y="615"/>
                </a:cubicBezTo>
                <a:cubicBezTo>
                  <a:pt x="142" y="615"/>
                  <a:pt x="118" y="633"/>
                  <a:pt x="111" y="635"/>
                </a:cubicBezTo>
                <a:cubicBezTo>
                  <a:pt x="104" y="638"/>
                  <a:pt x="71" y="655"/>
                  <a:pt x="71" y="645"/>
                </a:cubicBezTo>
                <a:cubicBezTo>
                  <a:pt x="72" y="635"/>
                  <a:pt x="92" y="582"/>
                  <a:pt x="85" y="585"/>
                </a:cubicBezTo>
                <a:cubicBezTo>
                  <a:pt x="78" y="589"/>
                  <a:pt x="1" y="629"/>
                  <a:pt x="1" y="629"/>
                </a:cubicBezTo>
                <a:lnTo>
                  <a:pt x="52" y="558"/>
                </a:lnTo>
                <a:lnTo>
                  <a:pt x="103" y="504"/>
                </a:lnTo>
                <a:lnTo>
                  <a:pt x="23" y="539"/>
                </a:lnTo>
                <a:cubicBezTo>
                  <a:pt x="23" y="539"/>
                  <a:pt x="45" y="510"/>
                  <a:pt x="57" y="499"/>
                </a:cubicBezTo>
                <a:cubicBezTo>
                  <a:pt x="68" y="488"/>
                  <a:pt x="0" y="502"/>
                  <a:pt x="0" y="502"/>
                </a:cubicBezTo>
                <a:cubicBezTo>
                  <a:pt x="0" y="502"/>
                  <a:pt x="39" y="446"/>
                  <a:pt x="45" y="439"/>
                </a:cubicBezTo>
                <a:cubicBezTo>
                  <a:pt x="50" y="431"/>
                  <a:pt x="90" y="384"/>
                  <a:pt x="90" y="384"/>
                </a:cubicBezTo>
                <a:lnTo>
                  <a:pt x="7" y="4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19" name=""/>
          <p:cNvSpPr/>
          <p:nvPr/>
        </p:nvSpPr>
        <p:spPr>
          <a:xfrm>
            <a:off x="5287680" y="2799720"/>
            <a:ext cx="225000" cy="241200"/>
          </a:xfrm>
          <a:custGeom>
            <a:avLst/>
            <a:gdLst/>
            <a:ahLst/>
            <a:rect l="0" t="0" r="r" b="b"/>
            <a:pathLst>
              <a:path w="625" h="670">
                <a:moveTo>
                  <a:pt x="247" y="3"/>
                </a:moveTo>
                <a:lnTo>
                  <a:pt x="131" y="179"/>
                </a:lnTo>
                <a:lnTo>
                  <a:pt x="0" y="308"/>
                </a:lnTo>
                <a:lnTo>
                  <a:pt x="109" y="266"/>
                </a:lnTo>
                <a:lnTo>
                  <a:pt x="66" y="344"/>
                </a:lnTo>
                <a:lnTo>
                  <a:pt x="16" y="426"/>
                </a:lnTo>
                <a:lnTo>
                  <a:pt x="93" y="391"/>
                </a:lnTo>
                <a:lnTo>
                  <a:pt x="78" y="489"/>
                </a:lnTo>
                <a:lnTo>
                  <a:pt x="27" y="556"/>
                </a:lnTo>
                <a:lnTo>
                  <a:pt x="141" y="482"/>
                </a:lnTo>
                <a:lnTo>
                  <a:pt x="94" y="562"/>
                </a:lnTo>
                <a:cubicBezTo>
                  <a:pt x="94" y="562"/>
                  <a:pt x="79" y="605"/>
                  <a:pt x="98" y="596"/>
                </a:cubicBezTo>
                <a:cubicBezTo>
                  <a:pt x="118" y="587"/>
                  <a:pt x="129" y="590"/>
                  <a:pt x="129" y="590"/>
                </a:cubicBezTo>
                <a:lnTo>
                  <a:pt x="145" y="634"/>
                </a:lnTo>
                <a:lnTo>
                  <a:pt x="193" y="624"/>
                </a:lnTo>
                <a:lnTo>
                  <a:pt x="240" y="504"/>
                </a:lnTo>
                <a:lnTo>
                  <a:pt x="287" y="520"/>
                </a:lnTo>
                <a:lnTo>
                  <a:pt x="294" y="609"/>
                </a:lnTo>
                <a:lnTo>
                  <a:pt x="366" y="575"/>
                </a:lnTo>
                <a:lnTo>
                  <a:pt x="355" y="660"/>
                </a:lnTo>
                <a:lnTo>
                  <a:pt x="434" y="590"/>
                </a:lnTo>
                <a:lnTo>
                  <a:pt x="434" y="670"/>
                </a:lnTo>
                <a:cubicBezTo>
                  <a:pt x="434" y="670"/>
                  <a:pt x="504" y="574"/>
                  <a:pt x="511" y="558"/>
                </a:cubicBezTo>
                <a:cubicBezTo>
                  <a:pt x="519" y="542"/>
                  <a:pt x="610" y="312"/>
                  <a:pt x="610" y="312"/>
                </a:cubicBezTo>
                <a:lnTo>
                  <a:pt x="605" y="202"/>
                </a:lnTo>
                <a:lnTo>
                  <a:pt x="527" y="209"/>
                </a:lnTo>
                <a:lnTo>
                  <a:pt x="496" y="240"/>
                </a:lnTo>
                <a:lnTo>
                  <a:pt x="546" y="129"/>
                </a:lnTo>
                <a:lnTo>
                  <a:pt x="592" y="140"/>
                </a:lnTo>
                <a:lnTo>
                  <a:pt x="614" y="181"/>
                </a:lnTo>
                <a:lnTo>
                  <a:pt x="625" y="106"/>
                </a:lnTo>
                <a:lnTo>
                  <a:pt x="564" y="33"/>
                </a:lnTo>
                <a:lnTo>
                  <a:pt x="513" y="1"/>
                </a:lnTo>
                <a:lnTo>
                  <a:pt x="458" y="62"/>
                </a:lnTo>
                <a:lnTo>
                  <a:pt x="398" y="104"/>
                </a:lnTo>
                <a:lnTo>
                  <a:pt x="382" y="62"/>
                </a:lnTo>
                <a:lnTo>
                  <a:pt x="305" y="0"/>
                </a:lnTo>
                <a:lnTo>
                  <a:pt x="247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20" name=""/>
          <p:cNvSpPr/>
          <p:nvPr/>
        </p:nvSpPr>
        <p:spPr>
          <a:xfrm>
            <a:off x="5528160" y="2683800"/>
            <a:ext cx="249120" cy="299880"/>
          </a:xfrm>
          <a:custGeom>
            <a:avLst/>
            <a:gdLst/>
            <a:ahLst/>
            <a:rect l="0" t="0" r="r" b="b"/>
            <a:pathLst>
              <a:path w="692" h="833">
                <a:moveTo>
                  <a:pt x="374" y="253"/>
                </a:moveTo>
                <a:lnTo>
                  <a:pt x="430" y="271"/>
                </a:lnTo>
                <a:lnTo>
                  <a:pt x="507" y="177"/>
                </a:lnTo>
                <a:lnTo>
                  <a:pt x="570" y="200"/>
                </a:lnTo>
                <a:lnTo>
                  <a:pt x="597" y="316"/>
                </a:lnTo>
                <a:lnTo>
                  <a:pt x="564" y="355"/>
                </a:lnTo>
                <a:lnTo>
                  <a:pt x="555" y="281"/>
                </a:lnTo>
                <a:lnTo>
                  <a:pt x="517" y="265"/>
                </a:lnTo>
                <a:lnTo>
                  <a:pt x="507" y="311"/>
                </a:lnTo>
                <a:lnTo>
                  <a:pt x="518" y="353"/>
                </a:lnTo>
                <a:lnTo>
                  <a:pt x="589" y="408"/>
                </a:lnTo>
                <a:lnTo>
                  <a:pt x="657" y="405"/>
                </a:lnTo>
                <a:lnTo>
                  <a:pt x="692" y="491"/>
                </a:lnTo>
                <a:lnTo>
                  <a:pt x="649" y="636"/>
                </a:lnTo>
                <a:lnTo>
                  <a:pt x="461" y="811"/>
                </a:lnTo>
                <a:lnTo>
                  <a:pt x="427" y="833"/>
                </a:lnTo>
                <a:lnTo>
                  <a:pt x="441" y="751"/>
                </a:lnTo>
                <a:lnTo>
                  <a:pt x="464" y="667"/>
                </a:lnTo>
                <a:lnTo>
                  <a:pt x="403" y="751"/>
                </a:lnTo>
                <a:lnTo>
                  <a:pt x="444" y="639"/>
                </a:lnTo>
                <a:lnTo>
                  <a:pt x="363" y="667"/>
                </a:lnTo>
                <a:lnTo>
                  <a:pt x="355" y="636"/>
                </a:lnTo>
                <a:lnTo>
                  <a:pt x="300" y="604"/>
                </a:lnTo>
                <a:lnTo>
                  <a:pt x="188" y="669"/>
                </a:lnTo>
                <a:lnTo>
                  <a:pt x="170" y="633"/>
                </a:lnTo>
                <a:cubicBezTo>
                  <a:pt x="170" y="633"/>
                  <a:pt x="204" y="602"/>
                  <a:pt x="195" y="604"/>
                </a:cubicBezTo>
                <a:cubicBezTo>
                  <a:pt x="185" y="607"/>
                  <a:pt x="113" y="630"/>
                  <a:pt x="119" y="620"/>
                </a:cubicBezTo>
                <a:cubicBezTo>
                  <a:pt x="125" y="611"/>
                  <a:pt x="150" y="574"/>
                  <a:pt x="150" y="574"/>
                </a:cubicBezTo>
                <a:lnTo>
                  <a:pt x="150" y="435"/>
                </a:lnTo>
                <a:lnTo>
                  <a:pt x="93" y="492"/>
                </a:lnTo>
                <a:lnTo>
                  <a:pt x="112" y="389"/>
                </a:lnTo>
                <a:lnTo>
                  <a:pt x="24" y="457"/>
                </a:lnTo>
                <a:lnTo>
                  <a:pt x="50" y="340"/>
                </a:lnTo>
                <a:cubicBezTo>
                  <a:pt x="50" y="340"/>
                  <a:pt x="-4" y="367"/>
                  <a:pt x="0" y="359"/>
                </a:cubicBezTo>
                <a:cubicBezTo>
                  <a:pt x="4" y="351"/>
                  <a:pt x="100" y="194"/>
                  <a:pt x="100" y="194"/>
                </a:cubicBezTo>
                <a:lnTo>
                  <a:pt x="230" y="6"/>
                </a:lnTo>
                <a:lnTo>
                  <a:pt x="339" y="0"/>
                </a:lnTo>
                <a:lnTo>
                  <a:pt x="388" y="92"/>
                </a:lnTo>
                <a:lnTo>
                  <a:pt x="364" y="182"/>
                </a:lnTo>
                <a:lnTo>
                  <a:pt x="383" y="248"/>
                </a:lnTo>
                <a:lnTo>
                  <a:pt x="374" y="2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21" name=""/>
          <p:cNvSpPr/>
          <p:nvPr/>
        </p:nvSpPr>
        <p:spPr>
          <a:xfrm>
            <a:off x="5656680" y="2536920"/>
            <a:ext cx="290880" cy="313920"/>
          </a:xfrm>
          <a:custGeom>
            <a:avLst/>
            <a:gdLst/>
            <a:ahLst/>
            <a:rect l="0" t="0" r="r" b="b"/>
            <a:pathLst>
              <a:path w="808" h="872">
                <a:moveTo>
                  <a:pt x="13" y="151"/>
                </a:moveTo>
                <a:lnTo>
                  <a:pt x="313" y="0"/>
                </a:lnTo>
                <a:lnTo>
                  <a:pt x="386" y="62"/>
                </a:lnTo>
                <a:lnTo>
                  <a:pt x="427" y="130"/>
                </a:lnTo>
                <a:cubicBezTo>
                  <a:pt x="427" y="130"/>
                  <a:pt x="482" y="192"/>
                  <a:pt x="492" y="198"/>
                </a:cubicBezTo>
                <a:cubicBezTo>
                  <a:pt x="502" y="203"/>
                  <a:pt x="598" y="236"/>
                  <a:pt x="598" y="236"/>
                </a:cubicBezTo>
                <a:cubicBezTo>
                  <a:pt x="598" y="236"/>
                  <a:pt x="712" y="197"/>
                  <a:pt x="725" y="197"/>
                </a:cubicBezTo>
                <a:cubicBezTo>
                  <a:pt x="738" y="198"/>
                  <a:pt x="788" y="195"/>
                  <a:pt x="788" y="195"/>
                </a:cubicBezTo>
                <a:lnTo>
                  <a:pt x="803" y="294"/>
                </a:lnTo>
                <a:lnTo>
                  <a:pt x="808" y="378"/>
                </a:lnTo>
                <a:lnTo>
                  <a:pt x="788" y="408"/>
                </a:lnTo>
                <a:lnTo>
                  <a:pt x="771" y="305"/>
                </a:lnTo>
                <a:lnTo>
                  <a:pt x="724" y="299"/>
                </a:lnTo>
                <a:lnTo>
                  <a:pt x="687" y="358"/>
                </a:lnTo>
                <a:lnTo>
                  <a:pt x="753" y="455"/>
                </a:lnTo>
                <a:cubicBezTo>
                  <a:pt x="753" y="455"/>
                  <a:pt x="801" y="553"/>
                  <a:pt x="801" y="562"/>
                </a:cubicBezTo>
                <a:cubicBezTo>
                  <a:pt x="801" y="570"/>
                  <a:pt x="779" y="729"/>
                  <a:pt x="779" y="729"/>
                </a:cubicBezTo>
                <a:lnTo>
                  <a:pt x="710" y="848"/>
                </a:lnTo>
                <a:lnTo>
                  <a:pt x="668" y="872"/>
                </a:lnTo>
                <a:lnTo>
                  <a:pt x="705" y="802"/>
                </a:lnTo>
                <a:lnTo>
                  <a:pt x="638" y="848"/>
                </a:lnTo>
                <a:lnTo>
                  <a:pt x="662" y="772"/>
                </a:lnTo>
                <a:cubicBezTo>
                  <a:pt x="662" y="772"/>
                  <a:pt x="687" y="686"/>
                  <a:pt x="677" y="702"/>
                </a:cubicBezTo>
                <a:cubicBezTo>
                  <a:pt x="667" y="718"/>
                  <a:pt x="628" y="764"/>
                  <a:pt x="628" y="764"/>
                </a:cubicBezTo>
                <a:lnTo>
                  <a:pt x="625" y="678"/>
                </a:lnTo>
                <a:cubicBezTo>
                  <a:pt x="625" y="678"/>
                  <a:pt x="593" y="648"/>
                  <a:pt x="591" y="627"/>
                </a:cubicBezTo>
                <a:cubicBezTo>
                  <a:pt x="589" y="605"/>
                  <a:pt x="556" y="537"/>
                  <a:pt x="552" y="558"/>
                </a:cubicBezTo>
                <a:cubicBezTo>
                  <a:pt x="549" y="580"/>
                  <a:pt x="459" y="666"/>
                  <a:pt x="459" y="666"/>
                </a:cubicBezTo>
                <a:lnTo>
                  <a:pt x="382" y="605"/>
                </a:lnTo>
                <a:lnTo>
                  <a:pt x="426" y="514"/>
                </a:lnTo>
                <a:lnTo>
                  <a:pt x="369" y="459"/>
                </a:lnTo>
                <a:cubicBezTo>
                  <a:pt x="369" y="459"/>
                  <a:pt x="436" y="427"/>
                  <a:pt x="381" y="425"/>
                </a:cubicBezTo>
                <a:cubicBezTo>
                  <a:pt x="326" y="422"/>
                  <a:pt x="262" y="425"/>
                  <a:pt x="258" y="416"/>
                </a:cubicBezTo>
                <a:cubicBezTo>
                  <a:pt x="255" y="407"/>
                  <a:pt x="231" y="330"/>
                  <a:pt x="228" y="320"/>
                </a:cubicBezTo>
                <a:cubicBezTo>
                  <a:pt x="225" y="310"/>
                  <a:pt x="222" y="251"/>
                  <a:pt x="203" y="258"/>
                </a:cubicBezTo>
                <a:cubicBezTo>
                  <a:pt x="184" y="265"/>
                  <a:pt x="131" y="285"/>
                  <a:pt x="131" y="285"/>
                </a:cubicBezTo>
                <a:lnTo>
                  <a:pt x="175" y="223"/>
                </a:lnTo>
                <a:lnTo>
                  <a:pt x="20" y="234"/>
                </a:lnTo>
                <a:lnTo>
                  <a:pt x="40" y="208"/>
                </a:lnTo>
                <a:lnTo>
                  <a:pt x="190" y="152"/>
                </a:lnTo>
                <a:lnTo>
                  <a:pt x="0" y="182"/>
                </a:lnTo>
                <a:lnTo>
                  <a:pt x="13" y="1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22" name=""/>
          <p:cNvSpPr/>
          <p:nvPr/>
        </p:nvSpPr>
        <p:spPr>
          <a:xfrm>
            <a:off x="5911560" y="2382840"/>
            <a:ext cx="309240" cy="380160"/>
          </a:xfrm>
          <a:custGeom>
            <a:avLst/>
            <a:gdLst/>
            <a:ahLst/>
            <a:rect l="0" t="0" r="r" b="b"/>
            <a:pathLst>
              <a:path w="859" h="1056">
                <a:moveTo>
                  <a:pt x="109" y="0"/>
                </a:moveTo>
                <a:lnTo>
                  <a:pt x="318" y="177"/>
                </a:lnTo>
                <a:cubicBezTo>
                  <a:pt x="318" y="177"/>
                  <a:pt x="387" y="279"/>
                  <a:pt x="392" y="283"/>
                </a:cubicBezTo>
                <a:cubicBezTo>
                  <a:pt x="397" y="287"/>
                  <a:pt x="516" y="367"/>
                  <a:pt x="516" y="367"/>
                </a:cubicBezTo>
                <a:lnTo>
                  <a:pt x="566" y="438"/>
                </a:lnTo>
                <a:lnTo>
                  <a:pt x="606" y="462"/>
                </a:lnTo>
                <a:lnTo>
                  <a:pt x="702" y="460"/>
                </a:lnTo>
                <a:lnTo>
                  <a:pt x="799" y="459"/>
                </a:lnTo>
                <a:lnTo>
                  <a:pt x="859" y="537"/>
                </a:lnTo>
                <a:lnTo>
                  <a:pt x="852" y="627"/>
                </a:lnTo>
                <a:lnTo>
                  <a:pt x="833" y="640"/>
                </a:lnTo>
                <a:lnTo>
                  <a:pt x="795" y="555"/>
                </a:lnTo>
                <a:lnTo>
                  <a:pt x="759" y="561"/>
                </a:lnTo>
                <a:lnTo>
                  <a:pt x="725" y="618"/>
                </a:lnTo>
                <a:cubicBezTo>
                  <a:pt x="725" y="618"/>
                  <a:pt x="752" y="736"/>
                  <a:pt x="751" y="746"/>
                </a:cubicBezTo>
                <a:cubicBezTo>
                  <a:pt x="750" y="757"/>
                  <a:pt x="764" y="964"/>
                  <a:pt x="764" y="964"/>
                </a:cubicBezTo>
                <a:lnTo>
                  <a:pt x="765" y="1011"/>
                </a:lnTo>
                <a:lnTo>
                  <a:pt x="719" y="1023"/>
                </a:lnTo>
                <a:lnTo>
                  <a:pt x="728" y="962"/>
                </a:lnTo>
                <a:lnTo>
                  <a:pt x="658" y="1056"/>
                </a:lnTo>
                <a:lnTo>
                  <a:pt x="671" y="976"/>
                </a:lnTo>
                <a:lnTo>
                  <a:pt x="665" y="947"/>
                </a:lnTo>
                <a:lnTo>
                  <a:pt x="628" y="987"/>
                </a:lnTo>
                <a:lnTo>
                  <a:pt x="632" y="912"/>
                </a:lnTo>
                <a:lnTo>
                  <a:pt x="582" y="850"/>
                </a:lnTo>
                <a:lnTo>
                  <a:pt x="516" y="843"/>
                </a:lnTo>
                <a:cubicBezTo>
                  <a:pt x="516" y="843"/>
                  <a:pt x="490" y="785"/>
                  <a:pt x="489" y="776"/>
                </a:cubicBezTo>
                <a:cubicBezTo>
                  <a:pt x="489" y="768"/>
                  <a:pt x="439" y="764"/>
                  <a:pt x="425" y="771"/>
                </a:cubicBezTo>
                <a:cubicBezTo>
                  <a:pt x="415" y="777"/>
                  <a:pt x="401" y="798"/>
                  <a:pt x="387" y="790"/>
                </a:cubicBezTo>
                <a:cubicBezTo>
                  <a:pt x="381" y="787"/>
                  <a:pt x="343" y="790"/>
                  <a:pt x="339" y="782"/>
                </a:cubicBezTo>
                <a:cubicBezTo>
                  <a:pt x="323" y="756"/>
                  <a:pt x="284" y="709"/>
                  <a:pt x="284" y="709"/>
                </a:cubicBezTo>
                <a:lnTo>
                  <a:pt x="351" y="659"/>
                </a:lnTo>
                <a:lnTo>
                  <a:pt x="345" y="579"/>
                </a:lnTo>
                <a:cubicBezTo>
                  <a:pt x="343" y="552"/>
                  <a:pt x="291" y="503"/>
                  <a:pt x="282" y="498"/>
                </a:cubicBezTo>
                <a:cubicBezTo>
                  <a:pt x="273" y="493"/>
                  <a:pt x="213" y="478"/>
                  <a:pt x="213" y="478"/>
                </a:cubicBezTo>
                <a:lnTo>
                  <a:pt x="117" y="423"/>
                </a:lnTo>
                <a:lnTo>
                  <a:pt x="73" y="370"/>
                </a:lnTo>
                <a:lnTo>
                  <a:pt x="117" y="340"/>
                </a:lnTo>
                <a:lnTo>
                  <a:pt x="28" y="334"/>
                </a:lnTo>
                <a:lnTo>
                  <a:pt x="28" y="290"/>
                </a:lnTo>
                <a:cubicBezTo>
                  <a:pt x="28" y="290"/>
                  <a:pt x="153" y="291"/>
                  <a:pt x="141" y="282"/>
                </a:cubicBezTo>
                <a:cubicBezTo>
                  <a:pt x="129" y="273"/>
                  <a:pt x="12" y="250"/>
                  <a:pt x="12" y="250"/>
                </a:cubicBezTo>
                <a:lnTo>
                  <a:pt x="0" y="205"/>
                </a:lnTo>
                <a:lnTo>
                  <a:pt x="25" y="131"/>
                </a:lnTo>
                <a:lnTo>
                  <a:pt x="157" y="171"/>
                </a:lnTo>
                <a:lnTo>
                  <a:pt x="24" y="76"/>
                </a:lnTo>
                <a:lnTo>
                  <a:pt x="53" y="52"/>
                </a:lnTo>
                <a:lnTo>
                  <a:pt x="162" y="113"/>
                </a:lnTo>
                <a:lnTo>
                  <a:pt x="92" y="8"/>
                </a:lnTo>
                <a:lnTo>
                  <a:pt x="10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1523" name="" descr=""/>
          <p:cNvPicPr/>
          <p:nvPr/>
        </p:nvPicPr>
        <p:blipFill>
          <a:blip r:embed="rId1"/>
          <a:stretch/>
        </p:blipFill>
        <p:spPr>
          <a:xfrm>
            <a:off x="4448160" y="-79920"/>
            <a:ext cx="1183320" cy="1599120"/>
          </a:xfrm>
          <a:prstGeom prst="rect">
            <a:avLst/>
          </a:prstGeom>
          <a:ln w="0">
            <a:noFill/>
          </a:ln>
        </p:spPr>
      </p:pic>
      <p:sp>
        <p:nvSpPr>
          <p:cNvPr id="1524" name=""/>
          <p:cNvSpPr/>
          <p:nvPr/>
        </p:nvSpPr>
        <p:spPr>
          <a:xfrm>
            <a:off x="47880" y="3224160"/>
            <a:ext cx="287280" cy="191160"/>
          </a:xfrm>
          <a:custGeom>
            <a:avLst/>
            <a:gdLst/>
            <a:ahLst/>
            <a:rect l="0" t="0" r="r" b="b"/>
            <a:pathLst>
              <a:path w="798" h="531">
                <a:moveTo>
                  <a:pt x="162" y="109"/>
                </a:moveTo>
                <a:cubicBezTo>
                  <a:pt x="64" y="127"/>
                  <a:pt x="-93" y="305"/>
                  <a:pt x="72" y="464"/>
                </a:cubicBezTo>
                <a:cubicBezTo>
                  <a:pt x="238" y="622"/>
                  <a:pt x="1104" y="516"/>
                  <a:pt x="685" y="0"/>
                </a:cubicBezTo>
                <a:cubicBezTo>
                  <a:pt x="333" y="189"/>
                  <a:pt x="454" y="16"/>
                  <a:pt x="162" y="109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525" name=""/>
          <p:cNvSpPr/>
          <p:nvPr/>
        </p:nvSpPr>
        <p:spPr>
          <a:xfrm>
            <a:off x="90000" y="3122280"/>
            <a:ext cx="144360" cy="180360"/>
          </a:xfrm>
          <a:custGeom>
            <a:avLst/>
            <a:gdLst/>
            <a:ahLst/>
            <a:rect l="0" t="0" r="r" b="b"/>
            <a:pathLst>
              <a:path w="401" h="501">
                <a:moveTo>
                  <a:pt x="401" y="251"/>
                </a:moveTo>
                <a:cubicBezTo>
                  <a:pt x="401" y="113"/>
                  <a:pt x="310" y="0"/>
                  <a:pt x="200" y="0"/>
                </a:cubicBezTo>
                <a:cubicBezTo>
                  <a:pt x="89" y="0"/>
                  <a:pt x="0" y="113"/>
                  <a:pt x="0" y="251"/>
                </a:cubicBezTo>
                <a:cubicBezTo>
                  <a:pt x="0" y="389"/>
                  <a:pt x="89" y="501"/>
                  <a:pt x="200" y="501"/>
                </a:cubicBezTo>
                <a:cubicBezTo>
                  <a:pt x="310" y="501"/>
                  <a:pt x="401" y="389"/>
                  <a:pt x="401" y="251"/>
                </a:cubicBezTo>
                <a:close/>
              </a:path>
            </a:pathLst>
          </a:custGeom>
          <a:solidFill>
            <a:srgbClr val="edd425"/>
          </a:solidFill>
          <a:ln w="0">
            <a:noFill/>
          </a:ln>
        </p:spPr>
      </p:sp>
      <p:sp>
        <p:nvSpPr>
          <p:cNvPr id="1526" name=""/>
          <p:cNvSpPr/>
          <p:nvPr/>
        </p:nvSpPr>
        <p:spPr>
          <a:xfrm>
            <a:off x="73440" y="3215160"/>
            <a:ext cx="90360" cy="48960"/>
          </a:xfrm>
          <a:custGeom>
            <a:avLst/>
            <a:gdLst/>
            <a:ahLst/>
            <a:rect l="0" t="0" r="r" b="b"/>
            <a:pathLst>
              <a:path w="251" h="136">
                <a:moveTo>
                  <a:pt x="48" y="4"/>
                </a:moveTo>
                <a:cubicBezTo>
                  <a:pt x="143" y="-20"/>
                  <a:pt x="102" y="72"/>
                  <a:pt x="251" y="44"/>
                </a:cubicBezTo>
                <a:cubicBezTo>
                  <a:pt x="-82" y="254"/>
                  <a:pt x="-7" y="45"/>
                  <a:pt x="48" y="4"/>
                </a:cubicBezTo>
                <a:close/>
              </a:path>
            </a:pathLst>
          </a:custGeom>
          <a:solidFill>
            <a:srgbClr val="df8020"/>
          </a:solidFill>
          <a:ln w="0">
            <a:noFill/>
          </a:ln>
        </p:spPr>
      </p:sp>
      <p:sp>
        <p:nvSpPr>
          <p:cNvPr id="1527" name=""/>
          <p:cNvSpPr/>
          <p:nvPr/>
        </p:nvSpPr>
        <p:spPr>
          <a:xfrm>
            <a:off x="136800" y="3183120"/>
            <a:ext cx="27720" cy="35280"/>
          </a:xfrm>
          <a:custGeom>
            <a:avLst/>
            <a:gdLst/>
            <a:ahLst/>
            <a:rect l="0" t="0" r="r" b="b"/>
            <a:pathLst>
              <a:path w="77" h="98">
                <a:moveTo>
                  <a:pt x="73" y="62"/>
                </a:moveTo>
                <a:cubicBezTo>
                  <a:pt x="82" y="36"/>
                  <a:pt x="75" y="8"/>
                  <a:pt x="56" y="1"/>
                </a:cubicBezTo>
                <a:cubicBezTo>
                  <a:pt x="38" y="-5"/>
                  <a:pt x="14" y="10"/>
                  <a:pt x="4" y="37"/>
                </a:cubicBezTo>
                <a:cubicBezTo>
                  <a:pt x="-5" y="63"/>
                  <a:pt x="2" y="90"/>
                  <a:pt x="21" y="96"/>
                </a:cubicBezTo>
                <a:cubicBezTo>
                  <a:pt x="40" y="103"/>
                  <a:pt x="63" y="88"/>
                  <a:pt x="73" y="6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528" name=""/>
          <p:cNvSpPr/>
          <p:nvPr/>
        </p:nvSpPr>
        <p:spPr>
          <a:xfrm>
            <a:off x="147960" y="3193560"/>
            <a:ext cx="12240" cy="20160"/>
          </a:xfrm>
          <a:custGeom>
            <a:avLst/>
            <a:gdLst/>
            <a:ahLst/>
            <a:rect l="0" t="0" r="r" b="b"/>
            <a:pathLst>
              <a:path w="34" h="56">
                <a:moveTo>
                  <a:pt x="30" y="33"/>
                </a:moveTo>
                <a:cubicBezTo>
                  <a:pt x="37" y="18"/>
                  <a:pt x="34" y="3"/>
                  <a:pt x="27" y="0"/>
                </a:cubicBezTo>
                <a:cubicBezTo>
                  <a:pt x="19" y="-2"/>
                  <a:pt x="9" y="8"/>
                  <a:pt x="4" y="23"/>
                </a:cubicBezTo>
                <a:cubicBezTo>
                  <a:pt x="-3" y="38"/>
                  <a:pt x="-1" y="52"/>
                  <a:pt x="7" y="55"/>
                </a:cubicBezTo>
                <a:cubicBezTo>
                  <a:pt x="15" y="58"/>
                  <a:pt x="25" y="48"/>
                  <a:pt x="30" y="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29" name=""/>
          <p:cNvSpPr/>
          <p:nvPr/>
        </p:nvSpPr>
        <p:spPr>
          <a:xfrm>
            <a:off x="97920" y="3174120"/>
            <a:ext cx="24480" cy="32400"/>
          </a:xfrm>
          <a:custGeom>
            <a:avLst/>
            <a:gdLst/>
            <a:ahLst/>
            <a:rect l="0" t="0" r="r" b="b"/>
            <a:pathLst>
              <a:path w="68" h="90">
                <a:moveTo>
                  <a:pt x="64" y="56"/>
                </a:moveTo>
                <a:cubicBezTo>
                  <a:pt x="72" y="32"/>
                  <a:pt x="66" y="7"/>
                  <a:pt x="50" y="1"/>
                </a:cubicBezTo>
                <a:cubicBezTo>
                  <a:pt x="34" y="-5"/>
                  <a:pt x="12" y="10"/>
                  <a:pt x="4" y="34"/>
                </a:cubicBezTo>
                <a:cubicBezTo>
                  <a:pt x="-5" y="58"/>
                  <a:pt x="1" y="82"/>
                  <a:pt x="18" y="88"/>
                </a:cubicBezTo>
                <a:cubicBezTo>
                  <a:pt x="35" y="94"/>
                  <a:pt x="55" y="80"/>
                  <a:pt x="64" y="56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530" name=""/>
          <p:cNvSpPr/>
          <p:nvPr/>
        </p:nvSpPr>
        <p:spPr>
          <a:xfrm>
            <a:off x="108360" y="3183840"/>
            <a:ext cx="10440" cy="18000"/>
          </a:xfrm>
          <a:custGeom>
            <a:avLst/>
            <a:gdLst/>
            <a:ahLst/>
            <a:rect l="0" t="0" r="r" b="b"/>
            <a:pathLst>
              <a:path w="29" h="50">
                <a:moveTo>
                  <a:pt x="26" y="29"/>
                </a:moveTo>
                <a:cubicBezTo>
                  <a:pt x="31" y="16"/>
                  <a:pt x="30" y="2"/>
                  <a:pt x="24" y="0"/>
                </a:cubicBezTo>
                <a:cubicBezTo>
                  <a:pt x="18" y="-2"/>
                  <a:pt x="8" y="7"/>
                  <a:pt x="3" y="21"/>
                </a:cubicBezTo>
                <a:cubicBezTo>
                  <a:pt x="-1" y="34"/>
                  <a:pt x="-1" y="47"/>
                  <a:pt x="5" y="49"/>
                </a:cubicBezTo>
                <a:cubicBezTo>
                  <a:pt x="12" y="51"/>
                  <a:pt x="21" y="42"/>
                  <a:pt x="26" y="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31" name=""/>
          <p:cNvSpPr/>
          <p:nvPr/>
        </p:nvSpPr>
        <p:spPr>
          <a:xfrm>
            <a:off x="88200" y="3126240"/>
            <a:ext cx="167400" cy="52920"/>
          </a:xfrm>
          <a:custGeom>
            <a:avLst/>
            <a:gdLst/>
            <a:ahLst/>
            <a:rect l="0" t="0" r="r" b="b"/>
            <a:pathLst>
              <a:path w="465" h="147">
                <a:moveTo>
                  <a:pt x="465" y="136"/>
                </a:moveTo>
                <a:cubicBezTo>
                  <a:pt x="471" y="114"/>
                  <a:pt x="371" y="69"/>
                  <a:pt x="243" y="35"/>
                </a:cubicBezTo>
                <a:cubicBezTo>
                  <a:pt x="114" y="0"/>
                  <a:pt x="6" y="-11"/>
                  <a:pt x="0" y="11"/>
                </a:cubicBezTo>
                <a:cubicBezTo>
                  <a:pt x="-5" y="33"/>
                  <a:pt x="94" y="78"/>
                  <a:pt x="222" y="112"/>
                </a:cubicBezTo>
                <a:cubicBezTo>
                  <a:pt x="350" y="146"/>
                  <a:pt x="459" y="158"/>
                  <a:pt x="465" y="136"/>
                </a:cubicBezTo>
                <a:close/>
              </a:path>
            </a:pathLst>
          </a:custGeom>
          <a:solidFill>
            <a:srgbClr val="bf8040"/>
          </a:solidFill>
          <a:ln w="0">
            <a:noFill/>
          </a:ln>
        </p:spPr>
      </p:sp>
      <p:sp>
        <p:nvSpPr>
          <p:cNvPr id="1532" name=""/>
          <p:cNvSpPr/>
          <p:nvPr/>
        </p:nvSpPr>
        <p:spPr>
          <a:xfrm>
            <a:off x="120240" y="3097080"/>
            <a:ext cx="114480" cy="69840"/>
          </a:xfrm>
          <a:custGeom>
            <a:avLst/>
            <a:gdLst/>
            <a:ahLst/>
            <a:rect l="0" t="0" r="r" b="b"/>
            <a:pathLst>
              <a:path w="318" h="194">
                <a:moveTo>
                  <a:pt x="0" y="116"/>
                </a:moveTo>
                <a:lnTo>
                  <a:pt x="31" y="0"/>
                </a:lnTo>
                <a:lnTo>
                  <a:pt x="318" y="77"/>
                </a:lnTo>
                <a:lnTo>
                  <a:pt x="287" y="194"/>
                </a:lnTo>
                <a:lnTo>
                  <a:pt x="0" y="116"/>
                </a:lnTo>
                <a:close/>
              </a:path>
            </a:pathLst>
          </a:custGeom>
          <a:solidFill>
            <a:srgbClr val="bf8040"/>
          </a:solidFill>
          <a:ln w="0">
            <a:noFill/>
          </a:ln>
        </p:spPr>
      </p:sp>
      <p:sp>
        <p:nvSpPr>
          <p:cNvPr id="1533" name=""/>
          <p:cNvSpPr/>
          <p:nvPr/>
        </p:nvSpPr>
        <p:spPr>
          <a:xfrm>
            <a:off x="131400" y="3093480"/>
            <a:ext cx="103320" cy="36000"/>
          </a:xfrm>
          <a:custGeom>
            <a:avLst/>
            <a:gdLst/>
            <a:ahLst/>
            <a:rect l="0" t="0" r="r" b="b"/>
            <a:pathLst>
              <a:path w="287" h="100">
                <a:moveTo>
                  <a:pt x="287" y="89"/>
                </a:moveTo>
                <a:cubicBezTo>
                  <a:pt x="292" y="71"/>
                  <a:pt x="231" y="40"/>
                  <a:pt x="152" y="19"/>
                </a:cubicBezTo>
                <a:cubicBezTo>
                  <a:pt x="74" y="-2"/>
                  <a:pt x="5" y="-6"/>
                  <a:pt x="0" y="11"/>
                </a:cubicBezTo>
                <a:cubicBezTo>
                  <a:pt x="-4" y="28"/>
                  <a:pt x="56" y="59"/>
                  <a:pt x="136" y="82"/>
                </a:cubicBezTo>
                <a:cubicBezTo>
                  <a:pt x="215" y="103"/>
                  <a:pt x="283" y="106"/>
                  <a:pt x="287" y="89"/>
                </a:cubicBezTo>
                <a:close/>
              </a:path>
            </a:pathLst>
          </a:custGeom>
          <a:solidFill>
            <a:srgbClr val="bf8040"/>
          </a:solidFill>
          <a:ln w="0">
            <a:noFill/>
          </a:ln>
        </p:spPr>
      </p:sp>
      <p:sp>
        <p:nvSpPr>
          <p:cNvPr id="1534" name=""/>
          <p:cNvSpPr/>
          <p:nvPr/>
        </p:nvSpPr>
        <p:spPr>
          <a:xfrm>
            <a:off x="178920" y="3232440"/>
            <a:ext cx="60480" cy="137880"/>
          </a:xfrm>
          <a:custGeom>
            <a:avLst/>
            <a:gdLst/>
            <a:ahLst/>
            <a:rect l="0" t="0" r="r" b="b"/>
            <a:pathLst>
              <a:path w="168" h="383">
                <a:moveTo>
                  <a:pt x="1" y="360"/>
                </a:moveTo>
                <a:lnTo>
                  <a:pt x="129" y="9"/>
                </a:lnTo>
                <a:cubicBezTo>
                  <a:pt x="132" y="2"/>
                  <a:pt x="140" y="-2"/>
                  <a:pt x="147" y="1"/>
                </a:cubicBezTo>
                <a:lnTo>
                  <a:pt x="158" y="5"/>
                </a:lnTo>
                <a:cubicBezTo>
                  <a:pt x="166" y="8"/>
                  <a:pt x="169" y="16"/>
                  <a:pt x="167" y="23"/>
                </a:cubicBezTo>
                <a:lnTo>
                  <a:pt x="38" y="373"/>
                </a:lnTo>
                <a:cubicBezTo>
                  <a:pt x="36" y="381"/>
                  <a:pt x="28" y="384"/>
                  <a:pt x="20" y="382"/>
                </a:cubicBezTo>
                <a:lnTo>
                  <a:pt x="9" y="378"/>
                </a:lnTo>
                <a:cubicBezTo>
                  <a:pt x="2" y="375"/>
                  <a:pt x="-2" y="367"/>
                  <a:pt x="1" y="360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535" name=""/>
          <p:cNvSpPr/>
          <p:nvPr/>
        </p:nvSpPr>
        <p:spPr>
          <a:xfrm>
            <a:off x="171720" y="3124800"/>
            <a:ext cx="154080" cy="136440"/>
          </a:xfrm>
          <a:custGeom>
            <a:avLst/>
            <a:gdLst/>
            <a:ahLst/>
            <a:rect l="0" t="0" r="r" b="b"/>
            <a:pathLst>
              <a:path w="428" h="379">
                <a:moveTo>
                  <a:pt x="1" y="247"/>
                </a:moveTo>
                <a:lnTo>
                  <a:pt x="88" y="9"/>
                </a:lnTo>
                <a:cubicBezTo>
                  <a:pt x="90" y="2"/>
                  <a:pt x="98" y="-2"/>
                  <a:pt x="106" y="1"/>
                </a:cubicBezTo>
                <a:lnTo>
                  <a:pt x="419" y="114"/>
                </a:lnTo>
                <a:cubicBezTo>
                  <a:pt x="426" y="117"/>
                  <a:pt x="430" y="125"/>
                  <a:pt x="427" y="132"/>
                </a:cubicBezTo>
                <a:lnTo>
                  <a:pt x="341" y="370"/>
                </a:lnTo>
                <a:cubicBezTo>
                  <a:pt x="338" y="377"/>
                  <a:pt x="330" y="381"/>
                  <a:pt x="323" y="378"/>
                </a:cubicBezTo>
                <a:lnTo>
                  <a:pt x="10" y="265"/>
                </a:lnTo>
                <a:cubicBezTo>
                  <a:pt x="3" y="262"/>
                  <a:pt x="-1" y="254"/>
                  <a:pt x="1" y="247"/>
                </a:cubicBezTo>
                <a:close/>
              </a:path>
            </a:pathLst>
          </a:custGeom>
          <a:solidFill>
            <a:srgbClr val="604020"/>
          </a:solidFill>
          <a:ln w="0">
            <a:noFill/>
          </a:ln>
        </p:spPr>
      </p:sp>
      <p:sp>
        <p:nvSpPr>
          <p:cNvPr id="1536" name=""/>
          <p:cNvSpPr/>
          <p:nvPr/>
        </p:nvSpPr>
        <p:spPr>
          <a:xfrm>
            <a:off x="180720" y="3134160"/>
            <a:ext cx="135360" cy="118080"/>
          </a:xfrm>
          <a:custGeom>
            <a:avLst/>
            <a:gdLst/>
            <a:ahLst/>
            <a:rect l="0" t="0" r="r" b="b"/>
            <a:pathLst>
              <a:path w="376" h="328">
                <a:moveTo>
                  <a:pt x="1" y="209"/>
                </a:moveTo>
                <a:lnTo>
                  <a:pt x="75" y="10"/>
                </a:lnTo>
                <a:cubicBezTo>
                  <a:pt x="77" y="3"/>
                  <a:pt x="85" y="-1"/>
                  <a:pt x="93" y="1"/>
                </a:cubicBezTo>
                <a:lnTo>
                  <a:pt x="367" y="101"/>
                </a:lnTo>
                <a:cubicBezTo>
                  <a:pt x="374" y="104"/>
                  <a:pt x="378" y="112"/>
                  <a:pt x="375" y="119"/>
                </a:cubicBezTo>
                <a:lnTo>
                  <a:pt x="303" y="319"/>
                </a:lnTo>
                <a:cubicBezTo>
                  <a:pt x="300" y="327"/>
                  <a:pt x="292" y="330"/>
                  <a:pt x="285" y="328"/>
                </a:cubicBezTo>
                <a:lnTo>
                  <a:pt x="10" y="227"/>
                </a:lnTo>
                <a:cubicBezTo>
                  <a:pt x="2" y="224"/>
                  <a:pt x="-2" y="216"/>
                  <a:pt x="1" y="209"/>
                </a:cubicBezTo>
                <a:close/>
              </a:path>
            </a:pathLst>
          </a:custGeom>
          <a:solidFill>
            <a:srgbClr val="006600"/>
          </a:solidFill>
          <a:ln w="0">
            <a:noFill/>
          </a:ln>
        </p:spPr>
      </p:sp>
      <p:sp>
        <p:nvSpPr>
          <p:cNvPr id="1537" name=""/>
          <p:cNvSpPr/>
          <p:nvPr/>
        </p:nvSpPr>
        <p:spPr>
          <a:xfrm>
            <a:off x="18000" y="3042000"/>
            <a:ext cx="396360" cy="396360"/>
          </a:xfrm>
          <a:custGeom>
            <a:avLst/>
            <a:gdLst/>
            <a:ahLst/>
            <a:rect l="0" t="0" r="r" b="b"/>
            <a:pathLst>
              <a:path fill="none" w="1101" h="1101">
                <a:moveTo>
                  <a:pt x="1101" y="550"/>
                </a:moveTo>
                <a:cubicBezTo>
                  <a:pt x="1101" y="246"/>
                  <a:pt x="854" y="0"/>
                  <a:pt x="551" y="0"/>
                </a:cubicBezTo>
                <a:cubicBezTo>
                  <a:pt x="246" y="0"/>
                  <a:pt x="0" y="246"/>
                  <a:pt x="0" y="550"/>
                </a:cubicBezTo>
                <a:cubicBezTo>
                  <a:pt x="0" y="853"/>
                  <a:pt x="246" y="1101"/>
                  <a:pt x="551" y="1101"/>
                </a:cubicBezTo>
                <a:cubicBezTo>
                  <a:pt x="854" y="1101"/>
                  <a:pt x="1101" y="853"/>
                  <a:pt x="1101" y="550"/>
                </a:cubicBezTo>
              </a:path>
            </a:pathLst>
          </a:custGeom>
          <a:ln w="7560">
            <a:solidFill>
              <a:srgbClr val="000000"/>
            </a:solidFill>
            <a:miter/>
          </a:ln>
        </p:spPr>
      </p:sp>
      <p:sp>
        <p:nvSpPr>
          <p:cNvPr id="1538" name=""/>
          <p:cNvSpPr/>
          <p:nvPr/>
        </p:nvSpPr>
        <p:spPr>
          <a:xfrm>
            <a:off x="401040" y="322704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72" y="37"/>
                </a:moveTo>
                <a:cubicBezTo>
                  <a:pt x="72" y="16"/>
                  <a:pt x="56" y="0"/>
                  <a:pt x="36" y="0"/>
                </a:cubicBezTo>
                <a:cubicBezTo>
                  <a:pt x="16" y="0"/>
                  <a:pt x="0" y="16"/>
                  <a:pt x="0" y="37"/>
                </a:cubicBezTo>
                <a:cubicBezTo>
                  <a:pt x="0" y="56"/>
                  <a:pt x="16" y="72"/>
                  <a:pt x="36" y="72"/>
                </a:cubicBezTo>
                <a:cubicBezTo>
                  <a:pt x="56" y="72"/>
                  <a:pt x="72" y="56"/>
                  <a:pt x="72" y="3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39" name=""/>
          <p:cNvSpPr/>
          <p:nvPr/>
        </p:nvSpPr>
        <p:spPr>
          <a:xfrm>
            <a:off x="4202640" y="3392640"/>
            <a:ext cx="43200" cy="30600"/>
          </a:xfrm>
          <a:custGeom>
            <a:avLst/>
            <a:gdLst/>
            <a:ahLst/>
            <a:rect l="0" t="0" r="r" b="b"/>
            <a:pathLst>
              <a:path w="120" h="85">
                <a:moveTo>
                  <a:pt x="0" y="85"/>
                </a:moveTo>
                <a:lnTo>
                  <a:pt x="120" y="85"/>
                </a:lnTo>
                <a:lnTo>
                  <a:pt x="120" y="0"/>
                </a:lnTo>
                <a:lnTo>
                  <a:pt x="0" y="0"/>
                </a:lnTo>
                <a:lnTo>
                  <a:pt x="0" y="85"/>
                </a:ln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540" name=""/>
          <p:cNvSpPr/>
          <p:nvPr/>
        </p:nvSpPr>
        <p:spPr>
          <a:xfrm>
            <a:off x="412272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72" y="107"/>
                </a:moveTo>
                <a:lnTo>
                  <a:pt x="0" y="53"/>
                </a:lnTo>
                <a:lnTo>
                  <a:pt x="72" y="0"/>
                </a:lnTo>
                <a:lnTo>
                  <a:pt x="72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541" name=""/>
          <p:cNvSpPr/>
          <p:nvPr/>
        </p:nvSpPr>
        <p:spPr>
          <a:xfrm>
            <a:off x="4300560" y="3388680"/>
            <a:ext cx="25920" cy="38520"/>
          </a:xfrm>
          <a:custGeom>
            <a:avLst/>
            <a:gdLst/>
            <a:ahLst/>
            <a:rect l="0" t="0" r="r" b="b"/>
            <a:pathLst>
              <a:path w="72" h="107">
                <a:moveTo>
                  <a:pt x="0" y="107"/>
                </a:moveTo>
                <a:lnTo>
                  <a:pt x="72" y="53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542" name=""/>
          <p:cNvSpPr/>
          <p:nvPr/>
        </p:nvSpPr>
        <p:spPr>
          <a:xfrm>
            <a:off x="4460760" y="3382200"/>
            <a:ext cx="64080" cy="51480"/>
          </a:xfrm>
          <a:custGeom>
            <a:avLst/>
            <a:gdLst/>
            <a:ahLst/>
            <a:rect l="0" t="0" r="r" b="b"/>
            <a:pathLst>
              <a:path fill="none" w="178" h="143">
                <a:moveTo>
                  <a:pt x="0" y="143"/>
                </a:moveTo>
                <a:lnTo>
                  <a:pt x="120" y="143"/>
                </a:lnTo>
                <a:lnTo>
                  <a:pt x="120" y="57"/>
                </a:lnTo>
                <a:lnTo>
                  <a:pt x="0" y="57"/>
                </a:lnTo>
                <a:lnTo>
                  <a:pt x="0" y="143"/>
                </a:lnTo>
                <a:moveTo>
                  <a:pt x="29" y="57"/>
                </a:moveTo>
                <a:lnTo>
                  <a:pt x="29" y="29"/>
                </a:lnTo>
                <a:lnTo>
                  <a:pt x="150" y="29"/>
                </a:lnTo>
                <a:lnTo>
                  <a:pt x="150" y="113"/>
                </a:lnTo>
                <a:lnTo>
                  <a:pt x="122" y="113"/>
                </a:lnTo>
                <a:moveTo>
                  <a:pt x="57" y="29"/>
                </a:moveTo>
                <a:lnTo>
                  <a:pt x="57" y="0"/>
                </a:lnTo>
                <a:lnTo>
                  <a:pt x="178" y="0"/>
                </a:lnTo>
                <a:lnTo>
                  <a:pt x="178" y="85"/>
                </a:lnTo>
                <a:lnTo>
                  <a:pt x="150" y="85"/>
                </a:lnTo>
              </a:path>
            </a:pathLst>
          </a:custGeom>
          <a:ln w="5040">
            <a:solidFill>
              <a:srgbClr val="b899b8"/>
            </a:solidFill>
            <a:miter/>
          </a:ln>
        </p:spPr>
      </p:sp>
      <p:sp>
        <p:nvSpPr>
          <p:cNvPr id="1543" name=""/>
          <p:cNvSpPr/>
          <p:nvPr/>
        </p:nvSpPr>
        <p:spPr>
          <a:xfrm>
            <a:off x="439740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544" name=""/>
          <p:cNvSpPr/>
          <p:nvPr/>
        </p:nvSpPr>
        <p:spPr>
          <a:xfrm>
            <a:off x="4761000" y="3395160"/>
            <a:ext cx="38160" cy="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45" name=""/>
          <p:cNvSpPr/>
          <p:nvPr/>
        </p:nvSpPr>
        <p:spPr>
          <a:xfrm>
            <a:off x="467208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546" name=""/>
          <p:cNvSpPr/>
          <p:nvPr/>
        </p:nvSpPr>
        <p:spPr>
          <a:xfrm>
            <a:off x="474840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6" y="0"/>
                </a:lnTo>
                <a:moveTo>
                  <a:pt x="35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6" y="106"/>
                </a:lnTo>
                <a:moveTo>
                  <a:pt x="35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547" name=""/>
          <p:cNvSpPr/>
          <p:nvPr/>
        </p:nvSpPr>
        <p:spPr>
          <a:xfrm>
            <a:off x="5023080" y="3382200"/>
            <a:ext cx="51120" cy="25920"/>
          </a:xfrm>
          <a:custGeom>
            <a:avLst/>
            <a:gdLst/>
            <a:ahLst/>
            <a:rect l="0" t="0" r="r" b="b"/>
            <a:pathLst>
              <a:path fill="none" w="142" h="72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  <a:moveTo>
                  <a:pt x="35" y="72"/>
                </a:moveTo>
                <a:lnTo>
                  <a:pt x="142" y="72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548" name=""/>
          <p:cNvSpPr/>
          <p:nvPr/>
        </p:nvSpPr>
        <p:spPr>
          <a:xfrm>
            <a:off x="4946760" y="3388680"/>
            <a:ext cx="203760" cy="38520"/>
          </a:xfrm>
          <a:custGeom>
            <a:avLst/>
            <a:gdLst/>
            <a:ahLst/>
            <a:rect l="0" t="0" r="r" b="b"/>
            <a:pathLst>
              <a:path w="566" h="107">
                <a:moveTo>
                  <a:pt x="71" y="107"/>
                </a:moveTo>
                <a:lnTo>
                  <a:pt x="0" y="53"/>
                </a:lnTo>
                <a:lnTo>
                  <a:pt x="71" y="0"/>
                </a:lnTo>
                <a:lnTo>
                  <a:pt x="71" y="107"/>
                </a:lnTo>
                <a:moveTo>
                  <a:pt x="495" y="107"/>
                </a:moveTo>
                <a:lnTo>
                  <a:pt x="566" y="53"/>
                </a:lnTo>
                <a:lnTo>
                  <a:pt x="495" y="0"/>
                </a:lnTo>
                <a:lnTo>
                  <a:pt x="495" y="107"/>
                </a:lnTo>
                <a:close/>
              </a:path>
            </a:pathLst>
          </a:custGeom>
          <a:solidFill>
            <a:srgbClr val="dbccdb"/>
          </a:solidFill>
          <a:ln w="0">
            <a:noFill/>
          </a:ln>
        </p:spPr>
      </p:sp>
      <p:sp>
        <p:nvSpPr>
          <p:cNvPr id="1549" name=""/>
          <p:cNvSpPr/>
          <p:nvPr/>
        </p:nvSpPr>
        <p:spPr>
          <a:xfrm>
            <a:off x="5023080" y="3420360"/>
            <a:ext cx="51120" cy="13320"/>
          </a:xfrm>
          <a:custGeom>
            <a:avLst/>
            <a:gdLst/>
            <a:ahLst/>
            <a:rect l="0" t="0" r="r" b="b"/>
            <a:pathLst>
              <a:path fill="none" w="142" h="37">
                <a:moveTo>
                  <a:pt x="0" y="0"/>
                </a:moveTo>
                <a:lnTo>
                  <a:pt x="107" y="0"/>
                </a:lnTo>
                <a:moveTo>
                  <a:pt x="35" y="37"/>
                </a:moveTo>
                <a:lnTo>
                  <a:pt x="142" y="37"/>
                </a:lnTo>
              </a:path>
            </a:pathLst>
          </a:custGeom>
          <a:ln w="7560">
            <a:solidFill>
              <a:srgbClr val="dbccdb"/>
            </a:solidFill>
            <a:miter/>
          </a:ln>
        </p:spPr>
      </p:sp>
      <p:sp>
        <p:nvSpPr>
          <p:cNvPr id="1550" name=""/>
          <p:cNvSpPr/>
          <p:nvPr/>
        </p:nvSpPr>
        <p:spPr>
          <a:xfrm>
            <a:off x="5297760" y="3382200"/>
            <a:ext cx="51120" cy="51480"/>
          </a:xfrm>
          <a:custGeom>
            <a:avLst/>
            <a:gdLst/>
            <a:ahLst/>
            <a:rect l="0" t="0" r="r" b="b"/>
            <a:pathLst>
              <a:path fill="none" w="142" h="143">
                <a:moveTo>
                  <a:pt x="0" y="0"/>
                </a:moveTo>
                <a:lnTo>
                  <a:pt x="107" y="0"/>
                </a:lnTo>
                <a:moveTo>
                  <a:pt x="36" y="36"/>
                </a:moveTo>
                <a:lnTo>
                  <a:pt x="142" y="36"/>
                </a:lnTo>
                <a:moveTo>
                  <a:pt x="36" y="71"/>
                </a:moveTo>
                <a:lnTo>
                  <a:pt x="142" y="71"/>
                </a:lnTo>
                <a:moveTo>
                  <a:pt x="0" y="106"/>
                </a:moveTo>
                <a:lnTo>
                  <a:pt x="107" y="106"/>
                </a:lnTo>
                <a:moveTo>
                  <a:pt x="36" y="143"/>
                </a:moveTo>
                <a:lnTo>
                  <a:pt x="142" y="143"/>
                </a:lnTo>
              </a:path>
            </a:pathLst>
          </a:custGeom>
          <a:ln w="7560">
            <a:solidFill>
              <a:srgbClr val="b899b8"/>
            </a:solidFill>
            <a:miter/>
          </a:ln>
        </p:spPr>
      </p:sp>
      <p:sp>
        <p:nvSpPr>
          <p:cNvPr id="1551" name=""/>
          <p:cNvSpPr/>
          <p:nvPr/>
        </p:nvSpPr>
        <p:spPr>
          <a:xfrm>
            <a:off x="5602680" y="3412800"/>
            <a:ext cx="20880" cy="20880"/>
          </a:xfrm>
          <a:prstGeom prst="line">
            <a:avLst/>
          </a:prstGeom>
          <a:ln w="7560">
            <a:solidFill>
              <a:srgbClr val="b899b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52" name=""/>
          <p:cNvSpPr/>
          <p:nvPr/>
        </p:nvSpPr>
        <p:spPr>
          <a:xfrm>
            <a:off x="5575680" y="3386520"/>
            <a:ext cx="30960" cy="30600"/>
          </a:xfrm>
          <a:custGeom>
            <a:avLst/>
            <a:gdLst/>
            <a:ahLst/>
            <a:rect l="0" t="0" r="r" b="b"/>
            <a:pathLst>
              <a:path w="86" h="85">
                <a:moveTo>
                  <a:pt x="86" y="42"/>
                </a:moveTo>
                <a:cubicBezTo>
                  <a:pt x="86" y="18"/>
                  <a:pt x="67" y="0"/>
                  <a:pt x="43" y="0"/>
                </a:cubicBezTo>
                <a:cubicBezTo>
                  <a:pt x="20" y="0"/>
                  <a:pt x="0" y="18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lose/>
              </a:path>
            </a:pathLst>
          </a:custGeom>
          <a:noFill/>
          <a:ln w="5040">
            <a:solidFill>
              <a:srgbClr val="b899b8"/>
            </a:solidFill>
            <a:miter/>
          </a:ln>
        </p:spPr>
      </p:sp>
      <p:sp>
        <p:nvSpPr>
          <p:cNvPr id="1553" name=""/>
          <p:cNvSpPr/>
          <p:nvPr/>
        </p:nvSpPr>
        <p:spPr>
          <a:xfrm>
            <a:off x="5481000" y="3382200"/>
            <a:ext cx="234000" cy="51480"/>
          </a:xfrm>
          <a:custGeom>
            <a:avLst/>
            <a:gdLst/>
            <a:ahLst/>
            <a:rect l="0" t="0" r="r" b="b"/>
            <a:pathLst>
              <a:path fill="none" w="650" h="143">
                <a:moveTo>
                  <a:pt x="114" y="143"/>
                </a:moveTo>
                <a:cubicBezTo>
                  <a:pt x="152" y="143"/>
                  <a:pt x="184" y="110"/>
                  <a:pt x="184" y="71"/>
                </a:cubicBezTo>
                <a:cubicBezTo>
                  <a:pt x="184" y="32"/>
                  <a:pt x="152" y="0"/>
                  <a:pt x="114" y="0"/>
                </a:cubicBezTo>
                <a:cubicBezTo>
                  <a:pt x="75" y="0"/>
                  <a:pt x="43" y="32"/>
                  <a:pt x="43" y="71"/>
                </a:cubicBezTo>
                <a:moveTo>
                  <a:pt x="85" y="50"/>
                </a:moveTo>
                <a:lnTo>
                  <a:pt x="43" y="85"/>
                </a:lnTo>
                <a:lnTo>
                  <a:pt x="0" y="50"/>
                </a:lnTo>
                <a:moveTo>
                  <a:pt x="537" y="143"/>
                </a:moveTo>
                <a:cubicBezTo>
                  <a:pt x="498" y="143"/>
                  <a:pt x="466" y="110"/>
                  <a:pt x="466" y="71"/>
                </a:cubicBezTo>
                <a:cubicBezTo>
                  <a:pt x="466" y="32"/>
                  <a:pt x="498" y="0"/>
                  <a:pt x="537" y="0"/>
                </a:cubicBezTo>
                <a:cubicBezTo>
                  <a:pt x="576" y="0"/>
                  <a:pt x="608" y="32"/>
                  <a:pt x="608" y="71"/>
                </a:cubicBezTo>
                <a:moveTo>
                  <a:pt x="650" y="50"/>
                </a:moveTo>
                <a:lnTo>
                  <a:pt x="608" y="85"/>
                </a:lnTo>
                <a:lnTo>
                  <a:pt x="565" y="50"/>
                </a:lnTo>
              </a:path>
            </a:pathLst>
          </a:custGeom>
          <a:ln cap="rnd" w="5040">
            <a:solidFill>
              <a:srgbClr val="b899b8"/>
            </a:solidFill>
            <a:miter/>
          </a:ln>
        </p:spPr>
      </p:sp>
      <p:sp>
        <p:nvSpPr>
          <p:cNvPr id="1554" name=""/>
          <p:cNvSpPr/>
          <p:nvPr/>
        </p:nvSpPr>
        <p:spPr>
          <a:xfrm>
            <a:off x="0" y="0"/>
            <a:ext cx="5760000" cy="186480"/>
          </a:xfrm>
          <a:custGeom>
            <a:avLst/>
            <a:gdLst/>
            <a:ahLst/>
            <a:rect l="0" t="0" r="r" b="b"/>
            <a:pathLst>
              <a:path w="16000" h="518">
                <a:moveTo>
                  <a:pt x="0" y="518"/>
                </a:moveTo>
                <a:lnTo>
                  <a:pt x="16000" y="518"/>
                </a:lnTo>
                <a:lnTo>
                  <a:pt x="16000" y="0"/>
                </a:lnTo>
                <a:lnTo>
                  <a:pt x="0" y="0"/>
                </a:lnTo>
                <a:lnTo>
                  <a:pt x="0" y="518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1555" name=""/>
          <p:cNvSpPr/>
          <p:nvPr/>
        </p:nvSpPr>
        <p:spPr>
          <a:xfrm>
            <a:off x="1206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56" name=""/>
          <p:cNvSpPr/>
          <p:nvPr/>
        </p:nvSpPr>
        <p:spPr>
          <a:xfrm>
            <a:off x="1710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57" name=""/>
          <p:cNvSpPr/>
          <p:nvPr/>
        </p:nvSpPr>
        <p:spPr>
          <a:xfrm>
            <a:off x="2214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1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1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58" name=""/>
          <p:cNvSpPr/>
          <p:nvPr/>
        </p:nvSpPr>
        <p:spPr>
          <a:xfrm>
            <a:off x="27180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59" name=""/>
          <p:cNvSpPr txBox="1"/>
          <p:nvPr/>
        </p:nvSpPr>
        <p:spPr>
          <a:xfrm rot="1200000">
            <a:off x="179640" y="3114360"/>
            <a:ext cx="15624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ffffff"/>
                </a:solidFill>
                <a:latin typeface="Arial"/>
              </a:rPr>
              <a:t>19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25027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61" name=""/>
          <p:cNvSpPr/>
          <p:nvPr/>
        </p:nvSpPr>
        <p:spPr>
          <a:xfrm>
            <a:off x="255312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62" name=""/>
          <p:cNvSpPr txBox="1"/>
          <p:nvPr/>
        </p:nvSpPr>
        <p:spPr>
          <a:xfrm>
            <a:off x="108000" y="27360"/>
            <a:ext cx="1422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Fizyczne podstawy efektu hydrofobowego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563" name=""/>
          <p:cNvSpPr txBox="1"/>
          <p:nvPr/>
        </p:nvSpPr>
        <p:spPr>
          <a:xfrm>
            <a:off x="2490480" y="27360"/>
            <a:ext cx="2095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Model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3904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65" name=""/>
          <p:cNvSpPr/>
          <p:nvPr/>
        </p:nvSpPr>
        <p:spPr>
          <a:xfrm>
            <a:off x="39549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66" name=""/>
          <p:cNvSpPr/>
          <p:nvPr/>
        </p:nvSpPr>
        <p:spPr>
          <a:xfrm>
            <a:off x="40053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67" name=""/>
          <p:cNvSpPr/>
          <p:nvPr/>
        </p:nvSpPr>
        <p:spPr>
          <a:xfrm>
            <a:off x="40557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8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8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68" name=""/>
          <p:cNvSpPr/>
          <p:nvPr/>
        </p:nvSpPr>
        <p:spPr>
          <a:xfrm>
            <a:off x="41061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69" name=""/>
          <p:cNvSpPr/>
          <p:nvPr/>
        </p:nvSpPr>
        <p:spPr>
          <a:xfrm>
            <a:off x="415656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4" y="0"/>
                  <a:pt x="0" y="23"/>
                  <a:pt x="0" y="51"/>
                </a:cubicBezTo>
                <a:cubicBezTo>
                  <a:pt x="0" y="78"/>
                  <a:pt x="24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70" name=""/>
          <p:cNvSpPr txBox="1"/>
          <p:nvPr/>
        </p:nvSpPr>
        <p:spPr>
          <a:xfrm>
            <a:off x="2751120" y="2736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sieciowy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72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73" name=""/>
          <p:cNvSpPr/>
          <p:nvPr/>
        </p:nvSpPr>
        <p:spPr>
          <a:xfrm>
            <a:off x="51112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0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0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998099"/>
            </a:solidFill>
            <a:miter/>
          </a:ln>
        </p:spPr>
      </p:sp>
      <p:sp>
        <p:nvSpPr>
          <p:cNvPr id="1574" name=""/>
          <p:cNvSpPr/>
          <p:nvPr/>
        </p:nvSpPr>
        <p:spPr>
          <a:xfrm>
            <a:off x="501048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9" y="0"/>
                  <a:pt x="51" y="0"/>
                </a:cubicBezTo>
                <a:cubicBezTo>
                  <a:pt x="23" y="0"/>
                  <a:pt x="0" y="23"/>
                  <a:pt x="0" y="51"/>
                </a:cubicBezTo>
                <a:cubicBezTo>
                  <a:pt x="0" y="78"/>
                  <a:pt x="23" y="101"/>
                  <a:pt x="51" y="101"/>
                </a:cubicBezTo>
                <a:cubicBezTo>
                  <a:pt x="79" y="101"/>
                  <a:pt x="101" y="78"/>
                  <a:pt x="101" y="51"/>
                </a:cubicBezTo>
                <a:close/>
              </a:path>
            </a:pathLst>
          </a:custGeom>
          <a:noFill/>
          <a:ln w="5040">
            <a:solidFill>
              <a:srgbClr val="ffffff"/>
            </a:solidFill>
            <a:miter/>
          </a:ln>
        </p:spPr>
      </p:sp>
      <p:sp>
        <p:nvSpPr>
          <p:cNvPr id="1575" name=""/>
          <p:cNvSpPr/>
          <p:nvPr/>
        </p:nvSpPr>
        <p:spPr>
          <a:xfrm>
            <a:off x="5061240" y="1249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101" y="51"/>
                </a:moveTo>
                <a:cubicBezTo>
                  <a:pt x="101" y="23"/>
                  <a:pt x="77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78"/>
                  <a:pt x="22" y="101"/>
                  <a:pt x="50" y="101"/>
                </a:cubicBezTo>
                <a:cubicBezTo>
                  <a:pt x="77" y="101"/>
                  <a:pt x="101" y="78"/>
                  <a:pt x="101" y="51"/>
                </a:cubicBezTo>
                <a:close/>
              </a:path>
            </a:pathLst>
          </a:custGeom>
          <a:solidFill>
            <a:srgbClr val="ffffff"/>
          </a:solidFill>
          <a:ln w="5040">
            <a:solidFill>
              <a:srgbClr val="ffffff"/>
            </a:solidFill>
            <a:miter/>
          </a:ln>
        </p:spPr>
      </p:sp>
      <p:sp>
        <p:nvSpPr>
          <p:cNvPr id="1576" name=""/>
          <p:cNvSpPr txBox="1"/>
          <p:nvPr/>
        </p:nvSpPr>
        <p:spPr>
          <a:xfrm>
            <a:off x="3892320" y="27360"/>
            <a:ext cx="2217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Micele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0" y="18612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4c004c"/>
          </a:solidFill>
          <a:ln w="0">
            <a:noFill/>
          </a:ln>
        </p:spPr>
      </p:sp>
      <p:sp>
        <p:nvSpPr>
          <p:cNvPr id="1578" name=""/>
          <p:cNvSpPr/>
          <p:nvPr/>
        </p:nvSpPr>
        <p:spPr>
          <a:xfrm>
            <a:off x="0" y="308520"/>
            <a:ext cx="5760000" cy="295200"/>
          </a:xfrm>
          <a:custGeom>
            <a:avLst/>
            <a:gdLst/>
            <a:ahLst/>
            <a:rect l="0" t="0" r="r" b="b"/>
            <a:pathLst>
              <a:path w="16000" h="820">
                <a:moveTo>
                  <a:pt x="0" y="820"/>
                </a:moveTo>
                <a:lnTo>
                  <a:pt x="16000" y="820"/>
                </a:lnTo>
                <a:lnTo>
                  <a:pt x="16000" y="0"/>
                </a:lnTo>
                <a:lnTo>
                  <a:pt x="0" y="0"/>
                </a:lnTo>
                <a:lnTo>
                  <a:pt x="0" y="820"/>
                </a:lnTo>
                <a:close/>
              </a:path>
            </a:pathLst>
          </a:custGeom>
          <a:solidFill>
            <a:srgbClr val="660066"/>
          </a:solidFill>
          <a:ln w="0">
            <a:noFill/>
          </a:ln>
        </p:spPr>
      </p:sp>
      <p:sp>
        <p:nvSpPr>
          <p:cNvPr id="1579" name=""/>
          <p:cNvSpPr/>
          <p:nvPr/>
        </p:nvSpPr>
        <p:spPr>
          <a:xfrm>
            <a:off x="3116520" y="846720"/>
            <a:ext cx="718200" cy="478080"/>
          </a:xfrm>
          <a:custGeom>
            <a:avLst/>
            <a:gdLst/>
            <a:ahLst/>
            <a:rect l="0" t="0" r="r" b="b"/>
            <a:pathLst>
              <a:path w="1995" h="1328">
                <a:moveTo>
                  <a:pt x="406" y="274"/>
                </a:moveTo>
                <a:cubicBezTo>
                  <a:pt x="159" y="317"/>
                  <a:pt x="-233" y="762"/>
                  <a:pt x="181" y="1159"/>
                </a:cubicBezTo>
                <a:cubicBezTo>
                  <a:pt x="597" y="1555"/>
                  <a:pt x="2758" y="1290"/>
                  <a:pt x="1712" y="0"/>
                </a:cubicBezTo>
                <a:cubicBezTo>
                  <a:pt x="832" y="473"/>
                  <a:pt x="1134" y="40"/>
                  <a:pt x="406" y="274"/>
                </a:cubicBezTo>
                <a:close/>
              </a:path>
            </a:pathLst>
          </a:custGeom>
          <a:solidFill>
            <a:srgbClr val="ddd542"/>
          </a:solidFill>
          <a:ln w="0">
            <a:noFill/>
          </a:ln>
        </p:spPr>
      </p:sp>
      <p:sp>
        <p:nvSpPr>
          <p:cNvPr id="1580" name=""/>
          <p:cNvSpPr/>
          <p:nvPr/>
        </p:nvSpPr>
        <p:spPr>
          <a:xfrm>
            <a:off x="3221640" y="592560"/>
            <a:ext cx="360720" cy="450360"/>
          </a:xfrm>
          <a:custGeom>
            <a:avLst/>
            <a:gdLst/>
            <a:ahLst/>
            <a:rect l="0" t="0" r="r" b="b"/>
            <a:pathLst>
              <a:path w="1002" h="1251">
                <a:moveTo>
                  <a:pt x="1002" y="626"/>
                </a:moveTo>
                <a:cubicBezTo>
                  <a:pt x="1002" y="281"/>
                  <a:pt x="778" y="0"/>
                  <a:pt x="500" y="0"/>
                </a:cubicBezTo>
                <a:cubicBezTo>
                  <a:pt x="224" y="0"/>
                  <a:pt x="0" y="281"/>
                  <a:pt x="0" y="626"/>
                </a:cubicBezTo>
                <a:cubicBezTo>
                  <a:pt x="0" y="971"/>
                  <a:pt x="224" y="1251"/>
                  <a:pt x="500" y="1251"/>
                </a:cubicBezTo>
                <a:cubicBezTo>
                  <a:pt x="778" y="1251"/>
                  <a:pt x="1002" y="971"/>
                  <a:pt x="1002" y="626"/>
                </a:cubicBezTo>
                <a:close/>
              </a:path>
            </a:pathLst>
          </a:custGeom>
          <a:solidFill>
            <a:srgbClr val="ddd542"/>
          </a:solidFill>
          <a:ln w="0">
            <a:noFill/>
          </a:ln>
        </p:spPr>
      </p:sp>
      <p:sp>
        <p:nvSpPr>
          <p:cNvPr id="1581" name=""/>
          <p:cNvSpPr/>
          <p:nvPr/>
        </p:nvSpPr>
        <p:spPr>
          <a:xfrm>
            <a:off x="3200040" y="831600"/>
            <a:ext cx="187920" cy="107280"/>
          </a:xfrm>
          <a:custGeom>
            <a:avLst/>
            <a:gdLst/>
            <a:ahLst/>
            <a:rect l="0" t="0" r="r" b="b"/>
            <a:pathLst>
              <a:path w="522" h="298">
                <a:moveTo>
                  <a:pt x="60" y="10"/>
                </a:moveTo>
                <a:cubicBezTo>
                  <a:pt x="170" y="-20"/>
                  <a:pt x="200" y="20"/>
                  <a:pt x="251" y="70"/>
                </a:cubicBezTo>
                <a:cubicBezTo>
                  <a:pt x="292" y="120"/>
                  <a:pt x="352" y="120"/>
                  <a:pt x="522" y="110"/>
                </a:cubicBezTo>
                <a:cubicBezTo>
                  <a:pt x="90" y="311"/>
                  <a:pt x="30" y="331"/>
                  <a:pt x="0" y="261"/>
                </a:cubicBezTo>
                <a:cubicBezTo>
                  <a:pt x="181" y="190"/>
                  <a:pt x="0" y="60"/>
                  <a:pt x="60" y="10"/>
                </a:cubicBezTo>
                <a:close/>
              </a:path>
            </a:pathLst>
          </a:custGeom>
          <a:solidFill>
            <a:srgbClr val="cc0000"/>
          </a:solidFill>
          <a:ln w="0">
            <a:noFill/>
          </a:ln>
        </p:spPr>
      </p:sp>
      <p:sp>
        <p:nvSpPr>
          <p:cNvPr id="1582" name=""/>
          <p:cNvSpPr/>
          <p:nvPr/>
        </p:nvSpPr>
        <p:spPr>
          <a:xfrm>
            <a:off x="3156840" y="818640"/>
            <a:ext cx="231120" cy="107280"/>
          </a:xfrm>
          <a:custGeom>
            <a:avLst/>
            <a:gdLst/>
            <a:ahLst/>
            <a:rect l="0" t="0" r="r" b="b"/>
            <a:pathLst>
              <a:path w="642" h="298">
                <a:moveTo>
                  <a:pt x="170" y="7"/>
                </a:moveTo>
                <a:cubicBezTo>
                  <a:pt x="280" y="-23"/>
                  <a:pt x="320" y="57"/>
                  <a:pt x="370" y="107"/>
                </a:cubicBezTo>
                <a:cubicBezTo>
                  <a:pt x="411" y="157"/>
                  <a:pt x="460" y="157"/>
                  <a:pt x="642" y="147"/>
                </a:cubicBezTo>
                <a:cubicBezTo>
                  <a:pt x="210" y="348"/>
                  <a:pt x="320" y="97"/>
                  <a:pt x="0" y="298"/>
                </a:cubicBezTo>
                <a:cubicBezTo>
                  <a:pt x="21" y="-23"/>
                  <a:pt x="170" y="7"/>
                  <a:pt x="170" y="7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</p:sp>
      <p:sp>
        <p:nvSpPr>
          <p:cNvPr id="1583" name=""/>
          <p:cNvSpPr/>
          <p:nvPr/>
        </p:nvSpPr>
        <p:spPr>
          <a:xfrm>
            <a:off x="3339360" y="744120"/>
            <a:ext cx="68040" cy="87840"/>
          </a:xfrm>
          <a:custGeom>
            <a:avLst/>
            <a:gdLst/>
            <a:ahLst/>
            <a:rect l="0" t="0" r="r" b="b"/>
            <a:pathLst>
              <a:path w="189" h="244">
                <a:moveTo>
                  <a:pt x="179" y="152"/>
                </a:moveTo>
                <a:cubicBezTo>
                  <a:pt x="203" y="87"/>
                  <a:pt x="184" y="21"/>
                  <a:pt x="138" y="4"/>
                </a:cubicBezTo>
                <a:cubicBezTo>
                  <a:pt x="92" y="-14"/>
                  <a:pt x="35" y="26"/>
                  <a:pt x="10" y="91"/>
                </a:cubicBezTo>
                <a:cubicBezTo>
                  <a:pt x="-13" y="156"/>
                  <a:pt x="5" y="222"/>
                  <a:pt x="52" y="240"/>
                </a:cubicBezTo>
                <a:cubicBezTo>
                  <a:pt x="99" y="257"/>
                  <a:pt x="155" y="217"/>
                  <a:pt x="179" y="152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584" name=""/>
          <p:cNvSpPr/>
          <p:nvPr/>
        </p:nvSpPr>
        <p:spPr>
          <a:xfrm>
            <a:off x="3367080" y="770400"/>
            <a:ext cx="30240" cy="49320"/>
          </a:xfrm>
          <a:custGeom>
            <a:avLst/>
            <a:gdLst/>
            <a:ahLst/>
            <a:rect l="0" t="0" r="r" b="b"/>
            <a:pathLst>
              <a:path w="84" h="137">
                <a:moveTo>
                  <a:pt x="76" y="80"/>
                </a:moveTo>
                <a:cubicBezTo>
                  <a:pt x="90" y="43"/>
                  <a:pt x="86" y="8"/>
                  <a:pt x="67" y="1"/>
                </a:cubicBezTo>
                <a:cubicBezTo>
                  <a:pt x="49" y="-6"/>
                  <a:pt x="22" y="19"/>
                  <a:pt x="8" y="56"/>
                </a:cubicBezTo>
                <a:cubicBezTo>
                  <a:pt x="-5" y="93"/>
                  <a:pt x="-1" y="129"/>
                  <a:pt x="18" y="136"/>
                </a:cubicBezTo>
                <a:cubicBezTo>
                  <a:pt x="37" y="143"/>
                  <a:pt x="63" y="118"/>
                  <a:pt x="76" y="8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85" name=""/>
          <p:cNvSpPr/>
          <p:nvPr/>
        </p:nvSpPr>
        <p:spPr>
          <a:xfrm>
            <a:off x="3241800" y="721440"/>
            <a:ext cx="60480" cy="79920"/>
          </a:xfrm>
          <a:custGeom>
            <a:avLst/>
            <a:gdLst/>
            <a:ahLst/>
            <a:rect l="0" t="0" r="r" b="b"/>
            <a:pathLst>
              <a:path w="168" h="222">
                <a:moveTo>
                  <a:pt x="158" y="138"/>
                </a:moveTo>
                <a:cubicBezTo>
                  <a:pt x="180" y="78"/>
                  <a:pt x="164" y="18"/>
                  <a:pt x="123" y="3"/>
                </a:cubicBezTo>
                <a:cubicBezTo>
                  <a:pt x="82" y="-12"/>
                  <a:pt x="31" y="24"/>
                  <a:pt x="9" y="83"/>
                </a:cubicBezTo>
                <a:cubicBezTo>
                  <a:pt x="-12" y="144"/>
                  <a:pt x="3" y="204"/>
                  <a:pt x="44" y="219"/>
                </a:cubicBezTo>
                <a:cubicBezTo>
                  <a:pt x="85" y="233"/>
                  <a:pt x="137" y="197"/>
                  <a:pt x="158" y="138"/>
                </a:cubicBezTo>
                <a:close/>
              </a:path>
            </a:pathLst>
          </a:custGeom>
          <a:solidFill>
            <a:srgbClr val="fffdd9"/>
          </a:solidFill>
          <a:ln w="0">
            <a:noFill/>
          </a:ln>
        </p:spPr>
      </p:sp>
      <p:sp>
        <p:nvSpPr>
          <p:cNvPr id="1586" name=""/>
          <p:cNvSpPr/>
          <p:nvPr/>
        </p:nvSpPr>
        <p:spPr>
          <a:xfrm>
            <a:off x="3268080" y="746640"/>
            <a:ext cx="25200" cy="44640"/>
          </a:xfrm>
          <a:custGeom>
            <a:avLst/>
            <a:gdLst/>
            <a:ahLst/>
            <a:rect l="0" t="0" r="r" b="b"/>
            <a:pathLst>
              <a:path w="70" h="124">
                <a:moveTo>
                  <a:pt x="62" y="73"/>
                </a:moveTo>
                <a:cubicBezTo>
                  <a:pt x="75" y="38"/>
                  <a:pt x="73" y="7"/>
                  <a:pt x="57" y="1"/>
                </a:cubicBezTo>
                <a:cubicBezTo>
                  <a:pt x="42" y="-4"/>
                  <a:pt x="20" y="19"/>
                  <a:pt x="8" y="52"/>
                </a:cubicBezTo>
                <a:cubicBezTo>
                  <a:pt x="-4" y="86"/>
                  <a:pt x="-2" y="118"/>
                  <a:pt x="13" y="123"/>
                </a:cubicBezTo>
                <a:cubicBezTo>
                  <a:pt x="28" y="129"/>
                  <a:pt x="50" y="106"/>
                  <a:pt x="62" y="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87" name=""/>
          <p:cNvSpPr/>
          <p:nvPr/>
        </p:nvSpPr>
        <p:spPr>
          <a:xfrm>
            <a:off x="3116520" y="846720"/>
            <a:ext cx="718560" cy="478080"/>
          </a:xfrm>
          <a:custGeom>
            <a:avLst/>
            <a:gdLst/>
            <a:ahLst/>
            <a:rect l="0" t="0" r="r" b="b"/>
            <a:pathLst>
              <a:path w="1996" h="1328">
                <a:moveTo>
                  <a:pt x="385" y="274"/>
                </a:moveTo>
                <a:cubicBezTo>
                  <a:pt x="160" y="317"/>
                  <a:pt x="-232" y="762"/>
                  <a:pt x="182" y="1159"/>
                </a:cubicBezTo>
                <a:cubicBezTo>
                  <a:pt x="598" y="1555"/>
                  <a:pt x="2759" y="1290"/>
                  <a:pt x="1713" y="0"/>
                </a:cubicBezTo>
                <a:cubicBezTo>
                  <a:pt x="833" y="443"/>
                  <a:pt x="1135" y="140"/>
                  <a:pt x="484" y="419"/>
                </a:cubicBezTo>
                <a:lnTo>
                  <a:pt x="385" y="274"/>
                </a:lnTo>
                <a:close/>
              </a:path>
            </a:pathLst>
          </a:custGeom>
          <a:solidFill>
            <a:srgbClr val="000066"/>
          </a:solidFill>
          <a:ln w="0">
            <a:noFill/>
          </a:ln>
        </p:spPr>
      </p:sp>
      <p:sp>
        <p:nvSpPr>
          <p:cNvPr id="1588" name=""/>
          <p:cNvSpPr/>
          <p:nvPr/>
        </p:nvSpPr>
        <p:spPr>
          <a:xfrm>
            <a:off x="3222000" y="957600"/>
            <a:ext cx="156600" cy="87480"/>
          </a:xfrm>
          <a:custGeom>
            <a:avLst/>
            <a:gdLst/>
            <a:ahLst/>
            <a:rect l="0" t="0" r="r" b="b"/>
            <a:pathLst>
              <a:path w="435" h="243">
                <a:moveTo>
                  <a:pt x="38" y="0"/>
                </a:moveTo>
                <a:cubicBezTo>
                  <a:pt x="-2" y="44"/>
                  <a:pt x="-9" y="158"/>
                  <a:pt x="11" y="194"/>
                </a:cubicBezTo>
                <a:cubicBezTo>
                  <a:pt x="95" y="205"/>
                  <a:pt x="165" y="163"/>
                  <a:pt x="165" y="163"/>
                </a:cubicBezTo>
                <a:lnTo>
                  <a:pt x="244" y="172"/>
                </a:lnTo>
                <a:cubicBezTo>
                  <a:pt x="244" y="172"/>
                  <a:pt x="277" y="227"/>
                  <a:pt x="405" y="243"/>
                </a:cubicBezTo>
                <a:cubicBezTo>
                  <a:pt x="433" y="206"/>
                  <a:pt x="443" y="108"/>
                  <a:pt x="429" y="56"/>
                </a:cubicBezTo>
                <a:cubicBezTo>
                  <a:pt x="389" y="17"/>
                  <a:pt x="253" y="82"/>
                  <a:pt x="253" y="82"/>
                </a:cubicBezTo>
                <a:lnTo>
                  <a:pt x="173" y="73"/>
                </a:lnTo>
                <a:cubicBezTo>
                  <a:pt x="173" y="73"/>
                  <a:pt x="143" y="15"/>
                  <a:pt x="38" y="0"/>
                </a:cubicBezTo>
                <a:close/>
              </a:path>
            </a:pathLst>
          </a:custGeom>
          <a:solidFill>
            <a:srgbClr val="8080ff"/>
          </a:solidFill>
          <a:ln w="0">
            <a:noFill/>
          </a:ln>
        </p:spPr>
      </p:sp>
      <p:sp>
        <p:nvSpPr>
          <p:cNvPr id="1589" name=""/>
          <p:cNvSpPr/>
          <p:nvPr/>
        </p:nvSpPr>
        <p:spPr>
          <a:xfrm>
            <a:off x="3148920" y="484560"/>
            <a:ext cx="547560" cy="299160"/>
          </a:xfrm>
          <a:custGeom>
            <a:avLst/>
            <a:gdLst/>
            <a:ahLst/>
            <a:rect l="0" t="0" r="r" b="b"/>
            <a:pathLst>
              <a:path w="1521" h="831">
                <a:moveTo>
                  <a:pt x="0" y="522"/>
                </a:moveTo>
                <a:cubicBezTo>
                  <a:pt x="66" y="365"/>
                  <a:pt x="284" y="370"/>
                  <a:pt x="274" y="337"/>
                </a:cubicBezTo>
                <a:cubicBezTo>
                  <a:pt x="267" y="214"/>
                  <a:pt x="54" y="186"/>
                  <a:pt x="54" y="186"/>
                </a:cubicBezTo>
                <a:cubicBezTo>
                  <a:pt x="238" y="131"/>
                  <a:pt x="545" y="494"/>
                  <a:pt x="377" y="36"/>
                </a:cubicBezTo>
                <a:cubicBezTo>
                  <a:pt x="404" y="61"/>
                  <a:pt x="633" y="251"/>
                  <a:pt x="611" y="0"/>
                </a:cubicBezTo>
                <a:cubicBezTo>
                  <a:pt x="630" y="136"/>
                  <a:pt x="722" y="185"/>
                  <a:pt x="796" y="157"/>
                </a:cubicBezTo>
                <a:cubicBezTo>
                  <a:pt x="884" y="-236"/>
                  <a:pt x="771" y="421"/>
                  <a:pt x="1139" y="63"/>
                </a:cubicBezTo>
                <a:cubicBezTo>
                  <a:pt x="1169" y="96"/>
                  <a:pt x="965" y="320"/>
                  <a:pt x="1146" y="286"/>
                </a:cubicBezTo>
                <a:cubicBezTo>
                  <a:pt x="1113" y="594"/>
                  <a:pt x="1308" y="162"/>
                  <a:pt x="1308" y="162"/>
                </a:cubicBezTo>
                <a:cubicBezTo>
                  <a:pt x="1308" y="162"/>
                  <a:pt x="1271" y="375"/>
                  <a:pt x="1232" y="469"/>
                </a:cubicBezTo>
                <a:cubicBezTo>
                  <a:pt x="1232" y="469"/>
                  <a:pt x="1487" y="478"/>
                  <a:pt x="1521" y="542"/>
                </a:cubicBezTo>
                <a:cubicBezTo>
                  <a:pt x="995" y="619"/>
                  <a:pt x="1820" y="697"/>
                  <a:pt x="1296" y="697"/>
                </a:cubicBezTo>
                <a:cubicBezTo>
                  <a:pt x="1340" y="757"/>
                  <a:pt x="1104" y="825"/>
                  <a:pt x="1454" y="831"/>
                </a:cubicBezTo>
                <a:cubicBezTo>
                  <a:pt x="686" y="846"/>
                  <a:pt x="1079" y="503"/>
                  <a:pt x="698" y="380"/>
                </a:cubicBezTo>
                <a:cubicBezTo>
                  <a:pt x="354" y="329"/>
                  <a:pt x="325" y="572"/>
                  <a:pt x="272" y="628"/>
                </a:cubicBezTo>
                <a:cubicBezTo>
                  <a:pt x="285" y="464"/>
                  <a:pt x="163" y="515"/>
                  <a:pt x="0" y="52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90" name=""/>
          <p:cNvSpPr/>
          <p:nvPr/>
        </p:nvSpPr>
        <p:spPr>
          <a:xfrm>
            <a:off x="3461040" y="858600"/>
            <a:ext cx="133200" cy="230040"/>
          </a:xfrm>
          <a:custGeom>
            <a:avLst/>
            <a:gdLst/>
            <a:ahLst/>
            <a:rect l="0" t="0" r="r" b="b"/>
            <a:pathLst>
              <a:path w="370" h="639">
                <a:moveTo>
                  <a:pt x="370" y="360"/>
                </a:moveTo>
                <a:cubicBezTo>
                  <a:pt x="367" y="499"/>
                  <a:pt x="283" y="487"/>
                  <a:pt x="181" y="639"/>
                </a:cubicBezTo>
                <a:cubicBezTo>
                  <a:pt x="78" y="489"/>
                  <a:pt x="8" y="498"/>
                  <a:pt x="0" y="361"/>
                </a:cubicBezTo>
                <a:cubicBezTo>
                  <a:pt x="-10" y="214"/>
                  <a:pt x="201" y="220"/>
                  <a:pt x="186" y="0"/>
                </a:cubicBezTo>
                <a:cubicBezTo>
                  <a:pt x="246" y="75"/>
                  <a:pt x="375" y="115"/>
                  <a:pt x="370" y="360"/>
                </a:cubicBezTo>
                <a:close/>
              </a:path>
            </a:pathLst>
          </a:custGeom>
          <a:solidFill>
            <a:srgbClr val="ff8000"/>
          </a:solidFill>
          <a:ln w="0">
            <a:noFill/>
          </a:ln>
        </p:spPr>
      </p:sp>
      <p:sp>
        <p:nvSpPr>
          <p:cNvPr id="1591" name=""/>
          <p:cNvSpPr/>
          <p:nvPr/>
        </p:nvSpPr>
        <p:spPr>
          <a:xfrm>
            <a:off x="3478680" y="896040"/>
            <a:ext cx="89280" cy="154080"/>
          </a:xfrm>
          <a:custGeom>
            <a:avLst/>
            <a:gdLst/>
            <a:ahLst/>
            <a:rect l="0" t="0" r="r" b="b"/>
            <a:pathLst>
              <a:path w="248" h="428">
                <a:moveTo>
                  <a:pt x="248" y="241"/>
                </a:moveTo>
                <a:cubicBezTo>
                  <a:pt x="246" y="335"/>
                  <a:pt x="190" y="327"/>
                  <a:pt x="122" y="428"/>
                </a:cubicBezTo>
                <a:cubicBezTo>
                  <a:pt x="52" y="328"/>
                  <a:pt x="5" y="334"/>
                  <a:pt x="0" y="242"/>
                </a:cubicBezTo>
                <a:cubicBezTo>
                  <a:pt x="-7" y="144"/>
                  <a:pt x="135" y="148"/>
                  <a:pt x="125" y="0"/>
                </a:cubicBezTo>
                <a:cubicBezTo>
                  <a:pt x="165" y="50"/>
                  <a:pt x="251" y="77"/>
                  <a:pt x="248" y="241"/>
                </a:cubicBezTo>
                <a:close/>
              </a:path>
            </a:pathLst>
          </a:custGeom>
          <a:solidFill>
            <a:srgbClr val="ffbf00"/>
          </a:solidFill>
          <a:ln w="0">
            <a:noFill/>
          </a:ln>
        </p:spPr>
      </p:sp>
      <p:sp>
        <p:nvSpPr>
          <p:cNvPr id="1592" name=""/>
          <p:cNvSpPr/>
          <p:nvPr/>
        </p:nvSpPr>
        <p:spPr>
          <a:xfrm>
            <a:off x="3501720" y="928440"/>
            <a:ext cx="53640" cy="92520"/>
          </a:xfrm>
          <a:custGeom>
            <a:avLst/>
            <a:gdLst/>
            <a:ahLst/>
            <a:rect l="0" t="0" r="r" b="b"/>
            <a:pathLst>
              <a:path w="149" h="257">
                <a:moveTo>
                  <a:pt x="149" y="146"/>
                </a:moveTo>
                <a:cubicBezTo>
                  <a:pt x="148" y="201"/>
                  <a:pt x="114" y="196"/>
                  <a:pt x="73" y="257"/>
                </a:cubicBezTo>
                <a:cubicBezTo>
                  <a:pt x="32" y="197"/>
                  <a:pt x="3" y="200"/>
                  <a:pt x="0" y="146"/>
                </a:cubicBezTo>
                <a:cubicBezTo>
                  <a:pt x="-4" y="86"/>
                  <a:pt x="81" y="89"/>
                  <a:pt x="75" y="0"/>
                </a:cubicBezTo>
                <a:cubicBezTo>
                  <a:pt x="99" y="30"/>
                  <a:pt x="151" y="47"/>
                  <a:pt x="149" y="146"/>
                </a:cubicBezTo>
                <a:close/>
              </a:path>
            </a:pathLst>
          </a:custGeom>
          <a:solidFill>
            <a:srgbClr val="fff880"/>
          </a:solidFill>
          <a:ln w="0">
            <a:noFill/>
          </a:ln>
        </p:spPr>
      </p:sp>
      <p:sp>
        <p:nvSpPr>
          <p:cNvPr id="1593" name=""/>
          <p:cNvSpPr/>
          <p:nvPr/>
        </p:nvSpPr>
        <p:spPr>
          <a:xfrm>
            <a:off x="3359160" y="1016280"/>
            <a:ext cx="181440" cy="251640"/>
          </a:xfrm>
          <a:custGeom>
            <a:avLst/>
            <a:gdLst/>
            <a:ahLst/>
            <a:rect l="0" t="0" r="r" b="b"/>
            <a:pathLst>
              <a:path w="504" h="699">
                <a:moveTo>
                  <a:pt x="304" y="20"/>
                </a:moveTo>
                <a:lnTo>
                  <a:pt x="3" y="667"/>
                </a:lnTo>
                <a:cubicBezTo>
                  <a:pt x="-5" y="684"/>
                  <a:pt x="4" y="699"/>
                  <a:pt x="24" y="699"/>
                </a:cubicBezTo>
                <a:lnTo>
                  <a:pt x="13" y="699"/>
                </a:lnTo>
                <a:cubicBezTo>
                  <a:pt x="33" y="699"/>
                  <a:pt x="58" y="686"/>
                  <a:pt x="70" y="671"/>
                </a:cubicBezTo>
                <a:lnTo>
                  <a:pt x="498" y="116"/>
                </a:lnTo>
                <a:cubicBezTo>
                  <a:pt x="510" y="100"/>
                  <a:pt x="505" y="81"/>
                  <a:pt x="488" y="72"/>
                </a:cubicBezTo>
                <a:lnTo>
                  <a:pt x="350" y="3"/>
                </a:lnTo>
                <a:cubicBezTo>
                  <a:pt x="333" y="-5"/>
                  <a:pt x="312" y="2"/>
                  <a:pt x="304" y="20"/>
                </a:cubicBezTo>
                <a:close/>
              </a:path>
            </a:pathLst>
          </a:custGeom>
          <a:solidFill>
            <a:srgbClr val="93806c"/>
          </a:solidFill>
          <a:ln w="0">
            <a:noFill/>
          </a:ln>
        </p:spPr>
      </p:sp>
      <p:sp>
        <p:nvSpPr>
          <p:cNvPr id="1594" name=""/>
          <p:cNvSpPr/>
          <p:nvPr/>
        </p:nvSpPr>
        <p:spPr>
          <a:xfrm>
            <a:off x="3432960" y="1000440"/>
            <a:ext cx="130320" cy="84960"/>
          </a:xfrm>
          <a:custGeom>
            <a:avLst/>
            <a:gdLst/>
            <a:ahLst/>
            <a:rect l="0" t="0" r="r" b="b"/>
            <a:pathLst>
              <a:path w="362" h="236">
                <a:moveTo>
                  <a:pt x="358" y="212"/>
                </a:moveTo>
                <a:cubicBezTo>
                  <a:pt x="379" y="173"/>
                  <a:pt x="317" y="99"/>
                  <a:pt x="219" y="47"/>
                </a:cubicBezTo>
                <a:cubicBezTo>
                  <a:pt x="122" y="-5"/>
                  <a:pt x="25" y="-16"/>
                  <a:pt x="4" y="23"/>
                </a:cubicBezTo>
                <a:cubicBezTo>
                  <a:pt x="-17" y="62"/>
                  <a:pt x="47" y="136"/>
                  <a:pt x="144" y="189"/>
                </a:cubicBezTo>
                <a:cubicBezTo>
                  <a:pt x="242" y="241"/>
                  <a:pt x="337" y="251"/>
                  <a:pt x="358" y="212"/>
                </a:cubicBezTo>
                <a:close/>
              </a:path>
            </a:pathLst>
          </a:custGeom>
          <a:solidFill>
            <a:srgbClr val="93806c"/>
          </a:solidFill>
          <a:ln w="0">
            <a:noFill/>
          </a:ln>
        </p:spPr>
      </p:sp>
      <p:sp>
        <p:nvSpPr>
          <p:cNvPr id="1595" name=""/>
          <p:cNvSpPr/>
          <p:nvPr/>
        </p:nvSpPr>
        <p:spPr>
          <a:xfrm>
            <a:off x="1925640" y="529560"/>
            <a:ext cx="1296720" cy="360360"/>
          </a:xfrm>
          <a:custGeom>
            <a:avLst/>
            <a:gdLst/>
            <a:ahLst/>
            <a:rect l="0" t="0" r="r" b="b"/>
            <a:pathLst>
              <a:path w="3602" h="1001">
                <a:moveTo>
                  <a:pt x="3602" y="501"/>
                </a:moveTo>
                <a:cubicBezTo>
                  <a:pt x="3602" y="225"/>
                  <a:pt x="2796" y="0"/>
                  <a:pt x="1801" y="0"/>
                </a:cubicBezTo>
                <a:cubicBezTo>
                  <a:pt x="807" y="0"/>
                  <a:pt x="0" y="225"/>
                  <a:pt x="0" y="501"/>
                </a:cubicBezTo>
                <a:cubicBezTo>
                  <a:pt x="0" y="777"/>
                  <a:pt x="807" y="1001"/>
                  <a:pt x="1801" y="1001"/>
                </a:cubicBezTo>
                <a:cubicBezTo>
                  <a:pt x="2796" y="1001"/>
                  <a:pt x="3602" y="777"/>
                  <a:pt x="3602" y="501"/>
                </a:cubicBezTo>
                <a:close/>
              </a:path>
            </a:pathLst>
          </a:custGeom>
          <a:solidFill>
            <a:srgbClr val="cceffc"/>
          </a:solidFill>
          <a:ln w="0">
            <a:noFill/>
          </a:ln>
        </p:spPr>
      </p:sp>
      <p:sp>
        <p:nvSpPr>
          <p:cNvPr id="1596" name=""/>
          <p:cNvSpPr/>
          <p:nvPr/>
        </p:nvSpPr>
        <p:spPr>
          <a:xfrm>
            <a:off x="3005640" y="781560"/>
            <a:ext cx="144360" cy="90360"/>
          </a:xfrm>
          <a:custGeom>
            <a:avLst/>
            <a:gdLst/>
            <a:ahLst/>
            <a:rect l="0" t="0" r="r" b="b"/>
            <a:pathLst>
              <a:path w="401" h="251">
                <a:moveTo>
                  <a:pt x="0" y="60"/>
                </a:moveTo>
                <a:lnTo>
                  <a:pt x="401" y="251"/>
                </a:lnTo>
                <a:lnTo>
                  <a:pt x="200" y="0"/>
                </a:lnTo>
                <a:lnTo>
                  <a:pt x="0" y="60"/>
                </a:lnTo>
                <a:close/>
              </a:path>
            </a:pathLst>
          </a:custGeom>
          <a:solidFill>
            <a:srgbClr val="cceffc"/>
          </a:solidFill>
          <a:ln w="0">
            <a:noFill/>
          </a:ln>
        </p:spPr>
      </p:sp>
      <p:sp>
        <p:nvSpPr>
          <p:cNvPr id="1597" name=""/>
          <p:cNvSpPr txBox="1"/>
          <p:nvPr/>
        </p:nvSpPr>
        <p:spPr>
          <a:xfrm>
            <a:off x="4998240" y="27360"/>
            <a:ext cx="6073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998099"/>
                </a:solidFill>
                <a:latin typeface="Arial"/>
              </a:rPr>
              <a:t>Bªony biologiczne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2123640" y="15616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599" name=""/>
          <p:cNvSpPr/>
          <p:nvPr/>
        </p:nvSpPr>
        <p:spPr>
          <a:xfrm>
            <a:off x="2164680" y="15616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00" name=""/>
          <p:cNvSpPr/>
          <p:nvPr/>
        </p:nvSpPr>
        <p:spPr>
          <a:xfrm>
            <a:off x="2205720" y="1561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01" name=""/>
          <p:cNvSpPr/>
          <p:nvPr/>
        </p:nvSpPr>
        <p:spPr>
          <a:xfrm>
            <a:off x="2246400" y="15616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02" name=""/>
          <p:cNvSpPr/>
          <p:nvPr/>
        </p:nvSpPr>
        <p:spPr>
          <a:xfrm>
            <a:off x="2287440" y="1561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03" name=""/>
          <p:cNvSpPr/>
          <p:nvPr/>
        </p:nvSpPr>
        <p:spPr>
          <a:xfrm>
            <a:off x="2328120" y="15616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04" name=""/>
          <p:cNvSpPr/>
          <p:nvPr/>
        </p:nvSpPr>
        <p:spPr>
          <a:xfrm>
            <a:off x="2369160" y="1561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05" name=""/>
          <p:cNvSpPr/>
          <p:nvPr/>
        </p:nvSpPr>
        <p:spPr>
          <a:xfrm>
            <a:off x="2450880" y="1561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06" name=""/>
          <p:cNvSpPr/>
          <p:nvPr/>
        </p:nvSpPr>
        <p:spPr>
          <a:xfrm>
            <a:off x="2532600" y="1561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07" name=""/>
          <p:cNvSpPr/>
          <p:nvPr/>
        </p:nvSpPr>
        <p:spPr>
          <a:xfrm>
            <a:off x="2614320" y="1561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08" name=""/>
          <p:cNvSpPr/>
          <p:nvPr/>
        </p:nvSpPr>
        <p:spPr>
          <a:xfrm>
            <a:off x="2655000" y="15616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09" name=""/>
          <p:cNvSpPr/>
          <p:nvPr/>
        </p:nvSpPr>
        <p:spPr>
          <a:xfrm>
            <a:off x="2736720" y="15616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10" name=""/>
          <p:cNvSpPr/>
          <p:nvPr/>
        </p:nvSpPr>
        <p:spPr>
          <a:xfrm>
            <a:off x="2859480" y="1561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11" name=""/>
          <p:cNvSpPr/>
          <p:nvPr/>
        </p:nvSpPr>
        <p:spPr>
          <a:xfrm>
            <a:off x="2941200" y="1561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12" name=""/>
          <p:cNvSpPr/>
          <p:nvPr/>
        </p:nvSpPr>
        <p:spPr>
          <a:xfrm>
            <a:off x="2981880" y="15616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13" name=""/>
          <p:cNvSpPr/>
          <p:nvPr/>
        </p:nvSpPr>
        <p:spPr>
          <a:xfrm>
            <a:off x="3022920" y="1561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14" name=""/>
          <p:cNvSpPr/>
          <p:nvPr/>
        </p:nvSpPr>
        <p:spPr>
          <a:xfrm>
            <a:off x="3063600" y="15616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15" name=""/>
          <p:cNvSpPr/>
          <p:nvPr/>
        </p:nvSpPr>
        <p:spPr>
          <a:xfrm>
            <a:off x="3349800" y="1561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16" name=""/>
          <p:cNvSpPr/>
          <p:nvPr/>
        </p:nvSpPr>
        <p:spPr>
          <a:xfrm>
            <a:off x="3390480" y="15616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17" name=""/>
          <p:cNvSpPr/>
          <p:nvPr/>
        </p:nvSpPr>
        <p:spPr>
          <a:xfrm>
            <a:off x="3431520" y="1561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18" name=""/>
          <p:cNvSpPr/>
          <p:nvPr/>
        </p:nvSpPr>
        <p:spPr>
          <a:xfrm>
            <a:off x="3472200" y="15616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19" name=""/>
          <p:cNvSpPr/>
          <p:nvPr/>
        </p:nvSpPr>
        <p:spPr>
          <a:xfrm>
            <a:off x="3513240" y="1561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20" name=""/>
          <p:cNvSpPr/>
          <p:nvPr/>
        </p:nvSpPr>
        <p:spPr>
          <a:xfrm>
            <a:off x="3553920" y="15616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21" name=""/>
          <p:cNvSpPr/>
          <p:nvPr/>
        </p:nvSpPr>
        <p:spPr>
          <a:xfrm>
            <a:off x="3594960" y="15616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22" name=""/>
          <p:cNvSpPr/>
          <p:nvPr/>
        </p:nvSpPr>
        <p:spPr>
          <a:xfrm>
            <a:off x="2123640" y="16027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23" name=""/>
          <p:cNvSpPr/>
          <p:nvPr/>
        </p:nvSpPr>
        <p:spPr>
          <a:xfrm>
            <a:off x="2369160" y="16027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24" name=""/>
          <p:cNvSpPr/>
          <p:nvPr/>
        </p:nvSpPr>
        <p:spPr>
          <a:xfrm>
            <a:off x="2450880" y="16027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25" name=""/>
          <p:cNvSpPr/>
          <p:nvPr/>
        </p:nvSpPr>
        <p:spPr>
          <a:xfrm>
            <a:off x="2491560" y="16027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26" name=""/>
          <p:cNvSpPr/>
          <p:nvPr/>
        </p:nvSpPr>
        <p:spPr>
          <a:xfrm>
            <a:off x="2777760" y="16027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27" name=""/>
          <p:cNvSpPr/>
          <p:nvPr/>
        </p:nvSpPr>
        <p:spPr>
          <a:xfrm>
            <a:off x="2818440" y="16027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28" name=""/>
          <p:cNvSpPr/>
          <p:nvPr/>
        </p:nvSpPr>
        <p:spPr>
          <a:xfrm>
            <a:off x="2859480" y="16027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29" name=""/>
          <p:cNvSpPr/>
          <p:nvPr/>
        </p:nvSpPr>
        <p:spPr>
          <a:xfrm>
            <a:off x="2900160" y="16027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30" name=""/>
          <p:cNvSpPr/>
          <p:nvPr/>
        </p:nvSpPr>
        <p:spPr>
          <a:xfrm>
            <a:off x="2941200" y="16027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31" name=""/>
          <p:cNvSpPr/>
          <p:nvPr/>
        </p:nvSpPr>
        <p:spPr>
          <a:xfrm>
            <a:off x="3022920" y="16027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32" name=""/>
          <p:cNvSpPr/>
          <p:nvPr/>
        </p:nvSpPr>
        <p:spPr>
          <a:xfrm>
            <a:off x="3063600" y="16027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33" name=""/>
          <p:cNvSpPr/>
          <p:nvPr/>
        </p:nvSpPr>
        <p:spPr>
          <a:xfrm>
            <a:off x="3145320" y="16027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34" name=""/>
          <p:cNvSpPr/>
          <p:nvPr/>
        </p:nvSpPr>
        <p:spPr>
          <a:xfrm>
            <a:off x="3186360" y="16027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35" name=""/>
          <p:cNvSpPr/>
          <p:nvPr/>
        </p:nvSpPr>
        <p:spPr>
          <a:xfrm>
            <a:off x="3268080" y="16027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36" name=""/>
          <p:cNvSpPr/>
          <p:nvPr/>
        </p:nvSpPr>
        <p:spPr>
          <a:xfrm>
            <a:off x="3349800" y="16027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37" name=""/>
          <p:cNvSpPr/>
          <p:nvPr/>
        </p:nvSpPr>
        <p:spPr>
          <a:xfrm>
            <a:off x="3594960" y="16027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38" name=""/>
          <p:cNvSpPr/>
          <p:nvPr/>
        </p:nvSpPr>
        <p:spPr>
          <a:xfrm>
            <a:off x="2123640" y="16437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39" name=""/>
          <p:cNvSpPr/>
          <p:nvPr/>
        </p:nvSpPr>
        <p:spPr>
          <a:xfrm>
            <a:off x="2205720" y="1643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40" name=""/>
          <p:cNvSpPr/>
          <p:nvPr/>
        </p:nvSpPr>
        <p:spPr>
          <a:xfrm>
            <a:off x="2246400" y="16437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41" name=""/>
          <p:cNvSpPr/>
          <p:nvPr/>
        </p:nvSpPr>
        <p:spPr>
          <a:xfrm>
            <a:off x="2287440" y="1643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42" name=""/>
          <p:cNvSpPr/>
          <p:nvPr/>
        </p:nvSpPr>
        <p:spPr>
          <a:xfrm>
            <a:off x="2369160" y="1643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43" name=""/>
          <p:cNvSpPr/>
          <p:nvPr/>
        </p:nvSpPr>
        <p:spPr>
          <a:xfrm>
            <a:off x="2614320" y="1643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44" name=""/>
          <p:cNvSpPr/>
          <p:nvPr/>
        </p:nvSpPr>
        <p:spPr>
          <a:xfrm>
            <a:off x="2777760" y="1643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45" name=""/>
          <p:cNvSpPr/>
          <p:nvPr/>
        </p:nvSpPr>
        <p:spPr>
          <a:xfrm>
            <a:off x="2859480" y="1643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46" name=""/>
          <p:cNvSpPr/>
          <p:nvPr/>
        </p:nvSpPr>
        <p:spPr>
          <a:xfrm>
            <a:off x="2941200" y="1643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47" name=""/>
          <p:cNvSpPr/>
          <p:nvPr/>
        </p:nvSpPr>
        <p:spPr>
          <a:xfrm>
            <a:off x="3022920" y="1643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48" name=""/>
          <p:cNvSpPr/>
          <p:nvPr/>
        </p:nvSpPr>
        <p:spPr>
          <a:xfrm>
            <a:off x="3104640" y="1643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49" name=""/>
          <p:cNvSpPr/>
          <p:nvPr/>
        </p:nvSpPr>
        <p:spPr>
          <a:xfrm>
            <a:off x="3145320" y="16437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50" name=""/>
          <p:cNvSpPr/>
          <p:nvPr/>
        </p:nvSpPr>
        <p:spPr>
          <a:xfrm>
            <a:off x="3186360" y="1643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51" name=""/>
          <p:cNvSpPr/>
          <p:nvPr/>
        </p:nvSpPr>
        <p:spPr>
          <a:xfrm>
            <a:off x="3268080" y="1643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52" name=""/>
          <p:cNvSpPr/>
          <p:nvPr/>
        </p:nvSpPr>
        <p:spPr>
          <a:xfrm>
            <a:off x="3349800" y="1643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53" name=""/>
          <p:cNvSpPr/>
          <p:nvPr/>
        </p:nvSpPr>
        <p:spPr>
          <a:xfrm>
            <a:off x="3431520" y="1643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54" name=""/>
          <p:cNvSpPr/>
          <p:nvPr/>
        </p:nvSpPr>
        <p:spPr>
          <a:xfrm>
            <a:off x="3472200" y="16437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55" name=""/>
          <p:cNvSpPr/>
          <p:nvPr/>
        </p:nvSpPr>
        <p:spPr>
          <a:xfrm>
            <a:off x="3513240" y="1643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56" name=""/>
          <p:cNvSpPr/>
          <p:nvPr/>
        </p:nvSpPr>
        <p:spPr>
          <a:xfrm>
            <a:off x="3594960" y="16437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57" name=""/>
          <p:cNvSpPr/>
          <p:nvPr/>
        </p:nvSpPr>
        <p:spPr>
          <a:xfrm>
            <a:off x="2123640" y="16844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58" name=""/>
          <p:cNvSpPr/>
          <p:nvPr/>
        </p:nvSpPr>
        <p:spPr>
          <a:xfrm>
            <a:off x="2205720" y="1684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59" name=""/>
          <p:cNvSpPr/>
          <p:nvPr/>
        </p:nvSpPr>
        <p:spPr>
          <a:xfrm>
            <a:off x="2246400" y="16844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60" name=""/>
          <p:cNvSpPr/>
          <p:nvPr/>
        </p:nvSpPr>
        <p:spPr>
          <a:xfrm>
            <a:off x="2287440" y="1684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61" name=""/>
          <p:cNvSpPr/>
          <p:nvPr/>
        </p:nvSpPr>
        <p:spPr>
          <a:xfrm>
            <a:off x="2369160" y="1684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62" name=""/>
          <p:cNvSpPr/>
          <p:nvPr/>
        </p:nvSpPr>
        <p:spPr>
          <a:xfrm>
            <a:off x="2450880" y="1684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63" name=""/>
          <p:cNvSpPr/>
          <p:nvPr/>
        </p:nvSpPr>
        <p:spPr>
          <a:xfrm>
            <a:off x="2491560" y="16844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64" name=""/>
          <p:cNvSpPr/>
          <p:nvPr/>
        </p:nvSpPr>
        <p:spPr>
          <a:xfrm>
            <a:off x="2573280" y="16844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65" name=""/>
          <p:cNvSpPr/>
          <p:nvPr/>
        </p:nvSpPr>
        <p:spPr>
          <a:xfrm>
            <a:off x="2818440" y="16844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66" name=""/>
          <p:cNvSpPr/>
          <p:nvPr/>
        </p:nvSpPr>
        <p:spPr>
          <a:xfrm>
            <a:off x="2900160" y="16844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67" name=""/>
          <p:cNvSpPr/>
          <p:nvPr/>
        </p:nvSpPr>
        <p:spPr>
          <a:xfrm>
            <a:off x="2941200" y="1684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68" name=""/>
          <p:cNvSpPr/>
          <p:nvPr/>
        </p:nvSpPr>
        <p:spPr>
          <a:xfrm>
            <a:off x="3022920" y="1684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69" name=""/>
          <p:cNvSpPr/>
          <p:nvPr/>
        </p:nvSpPr>
        <p:spPr>
          <a:xfrm>
            <a:off x="3145320" y="16844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70" name=""/>
          <p:cNvSpPr/>
          <p:nvPr/>
        </p:nvSpPr>
        <p:spPr>
          <a:xfrm>
            <a:off x="3186360" y="1684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71" name=""/>
          <p:cNvSpPr/>
          <p:nvPr/>
        </p:nvSpPr>
        <p:spPr>
          <a:xfrm>
            <a:off x="3227040" y="16844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72" name=""/>
          <p:cNvSpPr/>
          <p:nvPr/>
        </p:nvSpPr>
        <p:spPr>
          <a:xfrm>
            <a:off x="3349800" y="1684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73" name=""/>
          <p:cNvSpPr/>
          <p:nvPr/>
        </p:nvSpPr>
        <p:spPr>
          <a:xfrm>
            <a:off x="3431520" y="1684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74" name=""/>
          <p:cNvSpPr/>
          <p:nvPr/>
        </p:nvSpPr>
        <p:spPr>
          <a:xfrm>
            <a:off x="3472200" y="16844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75" name=""/>
          <p:cNvSpPr/>
          <p:nvPr/>
        </p:nvSpPr>
        <p:spPr>
          <a:xfrm>
            <a:off x="3513240" y="1684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76" name=""/>
          <p:cNvSpPr/>
          <p:nvPr/>
        </p:nvSpPr>
        <p:spPr>
          <a:xfrm>
            <a:off x="3594960" y="16844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77" name=""/>
          <p:cNvSpPr/>
          <p:nvPr/>
        </p:nvSpPr>
        <p:spPr>
          <a:xfrm>
            <a:off x="2123640" y="1725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78" name=""/>
          <p:cNvSpPr/>
          <p:nvPr/>
        </p:nvSpPr>
        <p:spPr>
          <a:xfrm>
            <a:off x="2205720" y="1725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79" name=""/>
          <p:cNvSpPr/>
          <p:nvPr/>
        </p:nvSpPr>
        <p:spPr>
          <a:xfrm>
            <a:off x="2246400" y="1725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80" name=""/>
          <p:cNvSpPr/>
          <p:nvPr/>
        </p:nvSpPr>
        <p:spPr>
          <a:xfrm>
            <a:off x="2287440" y="1725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81" name=""/>
          <p:cNvSpPr/>
          <p:nvPr/>
        </p:nvSpPr>
        <p:spPr>
          <a:xfrm>
            <a:off x="2369160" y="1725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82" name=""/>
          <p:cNvSpPr/>
          <p:nvPr/>
        </p:nvSpPr>
        <p:spPr>
          <a:xfrm>
            <a:off x="2491560" y="1725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83" name=""/>
          <p:cNvSpPr/>
          <p:nvPr/>
        </p:nvSpPr>
        <p:spPr>
          <a:xfrm>
            <a:off x="2532600" y="1725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84" name=""/>
          <p:cNvSpPr/>
          <p:nvPr/>
        </p:nvSpPr>
        <p:spPr>
          <a:xfrm>
            <a:off x="2573280" y="1725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85" name=""/>
          <p:cNvSpPr/>
          <p:nvPr/>
        </p:nvSpPr>
        <p:spPr>
          <a:xfrm>
            <a:off x="2696040" y="1725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86" name=""/>
          <p:cNvSpPr/>
          <p:nvPr/>
        </p:nvSpPr>
        <p:spPr>
          <a:xfrm>
            <a:off x="2736720" y="1725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87" name=""/>
          <p:cNvSpPr/>
          <p:nvPr/>
        </p:nvSpPr>
        <p:spPr>
          <a:xfrm>
            <a:off x="2818440" y="1725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88" name=""/>
          <p:cNvSpPr/>
          <p:nvPr/>
        </p:nvSpPr>
        <p:spPr>
          <a:xfrm>
            <a:off x="2859480" y="1725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89" name=""/>
          <p:cNvSpPr/>
          <p:nvPr/>
        </p:nvSpPr>
        <p:spPr>
          <a:xfrm>
            <a:off x="2900160" y="1725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90" name=""/>
          <p:cNvSpPr/>
          <p:nvPr/>
        </p:nvSpPr>
        <p:spPr>
          <a:xfrm>
            <a:off x="3104640" y="1725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91" name=""/>
          <p:cNvSpPr/>
          <p:nvPr/>
        </p:nvSpPr>
        <p:spPr>
          <a:xfrm>
            <a:off x="3145320" y="1725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92" name=""/>
          <p:cNvSpPr/>
          <p:nvPr/>
        </p:nvSpPr>
        <p:spPr>
          <a:xfrm>
            <a:off x="3186360" y="1725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93" name=""/>
          <p:cNvSpPr/>
          <p:nvPr/>
        </p:nvSpPr>
        <p:spPr>
          <a:xfrm>
            <a:off x="3227040" y="1725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94" name=""/>
          <p:cNvSpPr/>
          <p:nvPr/>
        </p:nvSpPr>
        <p:spPr>
          <a:xfrm>
            <a:off x="3268080" y="1725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95" name=""/>
          <p:cNvSpPr/>
          <p:nvPr/>
        </p:nvSpPr>
        <p:spPr>
          <a:xfrm>
            <a:off x="3349800" y="1725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96" name=""/>
          <p:cNvSpPr/>
          <p:nvPr/>
        </p:nvSpPr>
        <p:spPr>
          <a:xfrm>
            <a:off x="3431520" y="1725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97" name=""/>
          <p:cNvSpPr/>
          <p:nvPr/>
        </p:nvSpPr>
        <p:spPr>
          <a:xfrm>
            <a:off x="3472200" y="1725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98" name=""/>
          <p:cNvSpPr/>
          <p:nvPr/>
        </p:nvSpPr>
        <p:spPr>
          <a:xfrm>
            <a:off x="3513240" y="1725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699" name=""/>
          <p:cNvSpPr/>
          <p:nvPr/>
        </p:nvSpPr>
        <p:spPr>
          <a:xfrm>
            <a:off x="3594960" y="1725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00" name=""/>
          <p:cNvSpPr/>
          <p:nvPr/>
        </p:nvSpPr>
        <p:spPr>
          <a:xfrm>
            <a:off x="2123640" y="17661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01" name=""/>
          <p:cNvSpPr/>
          <p:nvPr/>
        </p:nvSpPr>
        <p:spPr>
          <a:xfrm>
            <a:off x="2369160" y="17661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02" name=""/>
          <p:cNvSpPr/>
          <p:nvPr/>
        </p:nvSpPr>
        <p:spPr>
          <a:xfrm>
            <a:off x="2491560" y="17661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03" name=""/>
          <p:cNvSpPr/>
          <p:nvPr/>
        </p:nvSpPr>
        <p:spPr>
          <a:xfrm>
            <a:off x="2532600" y="17661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04" name=""/>
          <p:cNvSpPr/>
          <p:nvPr/>
        </p:nvSpPr>
        <p:spPr>
          <a:xfrm>
            <a:off x="2573280" y="17661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05" name=""/>
          <p:cNvSpPr/>
          <p:nvPr/>
        </p:nvSpPr>
        <p:spPr>
          <a:xfrm>
            <a:off x="2655000" y="17661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06" name=""/>
          <p:cNvSpPr/>
          <p:nvPr/>
        </p:nvSpPr>
        <p:spPr>
          <a:xfrm>
            <a:off x="2696040" y="17661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07" name=""/>
          <p:cNvSpPr/>
          <p:nvPr/>
        </p:nvSpPr>
        <p:spPr>
          <a:xfrm>
            <a:off x="2736720" y="17661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08" name=""/>
          <p:cNvSpPr/>
          <p:nvPr/>
        </p:nvSpPr>
        <p:spPr>
          <a:xfrm>
            <a:off x="2900160" y="17661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09" name=""/>
          <p:cNvSpPr/>
          <p:nvPr/>
        </p:nvSpPr>
        <p:spPr>
          <a:xfrm>
            <a:off x="2981880" y="17661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10" name=""/>
          <p:cNvSpPr/>
          <p:nvPr/>
        </p:nvSpPr>
        <p:spPr>
          <a:xfrm>
            <a:off x="3022920" y="17661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11" name=""/>
          <p:cNvSpPr/>
          <p:nvPr/>
        </p:nvSpPr>
        <p:spPr>
          <a:xfrm>
            <a:off x="3104640" y="17661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12" name=""/>
          <p:cNvSpPr/>
          <p:nvPr/>
        </p:nvSpPr>
        <p:spPr>
          <a:xfrm>
            <a:off x="3186360" y="17661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13" name=""/>
          <p:cNvSpPr/>
          <p:nvPr/>
        </p:nvSpPr>
        <p:spPr>
          <a:xfrm>
            <a:off x="3268080" y="17661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14" name=""/>
          <p:cNvSpPr/>
          <p:nvPr/>
        </p:nvSpPr>
        <p:spPr>
          <a:xfrm>
            <a:off x="3349800" y="17661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15" name=""/>
          <p:cNvSpPr/>
          <p:nvPr/>
        </p:nvSpPr>
        <p:spPr>
          <a:xfrm>
            <a:off x="3594960" y="17661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16" name=""/>
          <p:cNvSpPr/>
          <p:nvPr/>
        </p:nvSpPr>
        <p:spPr>
          <a:xfrm>
            <a:off x="2123640" y="18072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17" name=""/>
          <p:cNvSpPr/>
          <p:nvPr/>
        </p:nvSpPr>
        <p:spPr>
          <a:xfrm>
            <a:off x="2164680" y="18072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18" name=""/>
          <p:cNvSpPr/>
          <p:nvPr/>
        </p:nvSpPr>
        <p:spPr>
          <a:xfrm>
            <a:off x="220572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19" name=""/>
          <p:cNvSpPr/>
          <p:nvPr/>
        </p:nvSpPr>
        <p:spPr>
          <a:xfrm>
            <a:off x="2246400" y="18072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20" name=""/>
          <p:cNvSpPr/>
          <p:nvPr/>
        </p:nvSpPr>
        <p:spPr>
          <a:xfrm>
            <a:off x="228744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21" name=""/>
          <p:cNvSpPr/>
          <p:nvPr/>
        </p:nvSpPr>
        <p:spPr>
          <a:xfrm>
            <a:off x="2328120" y="18072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22" name=""/>
          <p:cNvSpPr/>
          <p:nvPr/>
        </p:nvSpPr>
        <p:spPr>
          <a:xfrm>
            <a:off x="236916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23" name=""/>
          <p:cNvSpPr/>
          <p:nvPr/>
        </p:nvSpPr>
        <p:spPr>
          <a:xfrm>
            <a:off x="245088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24" name=""/>
          <p:cNvSpPr/>
          <p:nvPr/>
        </p:nvSpPr>
        <p:spPr>
          <a:xfrm>
            <a:off x="253260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25" name=""/>
          <p:cNvSpPr/>
          <p:nvPr/>
        </p:nvSpPr>
        <p:spPr>
          <a:xfrm>
            <a:off x="261432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26" name=""/>
          <p:cNvSpPr/>
          <p:nvPr/>
        </p:nvSpPr>
        <p:spPr>
          <a:xfrm>
            <a:off x="269604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27" name=""/>
          <p:cNvSpPr/>
          <p:nvPr/>
        </p:nvSpPr>
        <p:spPr>
          <a:xfrm>
            <a:off x="277776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28" name=""/>
          <p:cNvSpPr/>
          <p:nvPr/>
        </p:nvSpPr>
        <p:spPr>
          <a:xfrm>
            <a:off x="285948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29" name=""/>
          <p:cNvSpPr/>
          <p:nvPr/>
        </p:nvSpPr>
        <p:spPr>
          <a:xfrm>
            <a:off x="294120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30" name=""/>
          <p:cNvSpPr/>
          <p:nvPr/>
        </p:nvSpPr>
        <p:spPr>
          <a:xfrm>
            <a:off x="302292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31" name=""/>
          <p:cNvSpPr/>
          <p:nvPr/>
        </p:nvSpPr>
        <p:spPr>
          <a:xfrm>
            <a:off x="310464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32" name=""/>
          <p:cNvSpPr/>
          <p:nvPr/>
        </p:nvSpPr>
        <p:spPr>
          <a:xfrm>
            <a:off x="318636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33" name=""/>
          <p:cNvSpPr/>
          <p:nvPr/>
        </p:nvSpPr>
        <p:spPr>
          <a:xfrm>
            <a:off x="326808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34" name=""/>
          <p:cNvSpPr/>
          <p:nvPr/>
        </p:nvSpPr>
        <p:spPr>
          <a:xfrm>
            <a:off x="334980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35" name=""/>
          <p:cNvSpPr/>
          <p:nvPr/>
        </p:nvSpPr>
        <p:spPr>
          <a:xfrm>
            <a:off x="3390480" y="18072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36" name=""/>
          <p:cNvSpPr/>
          <p:nvPr/>
        </p:nvSpPr>
        <p:spPr>
          <a:xfrm>
            <a:off x="343152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37" name=""/>
          <p:cNvSpPr/>
          <p:nvPr/>
        </p:nvSpPr>
        <p:spPr>
          <a:xfrm>
            <a:off x="3472200" y="18072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38" name=""/>
          <p:cNvSpPr/>
          <p:nvPr/>
        </p:nvSpPr>
        <p:spPr>
          <a:xfrm>
            <a:off x="3513240" y="1807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39" name=""/>
          <p:cNvSpPr/>
          <p:nvPr/>
        </p:nvSpPr>
        <p:spPr>
          <a:xfrm>
            <a:off x="3553920" y="18072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40" name=""/>
          <p:cNvSpPr/>
          <p:nvPr/>
        </p:nvSpPr>
        <p:spPr>
          <a:xfrm>
            <a:off x="3594960" y="18072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41" name=""/>
          <p:cNvSpPr/>
          <p:nvPr/>
        </p:nvSpPr>
        <p:spPr>
          <a:xfrm>
            <a:off x="2450880" y="18478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42" name=""/>
          <p:cNvSpPr/>
          <p:nvPr/>
        </p:nvSpPr>
        <p:spPr>
          <a:xfrm>
            <a:off x="2573280" y="18478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43" name=""/>
          <p:cNvSpPr/>
          <p:nvPr/>
        </p:nvSpPr>
        <p:spPr>
          <a:xfrm>
            <a:off x="2696040" y="18478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44" name=""/>
          <p:cNvSpPr/>
          <p:nvPr/>
        </p:nvSpPr>
        <p:spPr>
          <a:xfrm>
            <a:off x="2736720" y="18478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45" name=""/>
          <p:cNvSpPr/>
          <p:nvPr/>
        </p:nvSpPr>
        <p:spPr>
          <a:xfrm>
            <a:off x="2777760" y="18478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46" name=""/>
          <p:cNvSpPr/>
          <p:nvPr/>
        </p:nvSpPr>
        <p:spPr>
          <a:xfrm>
            <a:off x="2818440" y="18478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47" name=""/>
          <p:cNvSpPr/>
          <p:nvPr/>
        </p:nvSpPr>
        <p:spPr>
          <a:xfrm>
            <a:off x="2859480" y="18478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48" name=""/>
          <p:cNvSpPr/>
          <p:nvPr/>
        </p:nvSpPr>
        <p:spPr>
          <a:xfrm>
            <a:off x="3104640" y="18478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49" name=""/>
          <p:cNvSpPr/>
          <p:nvPr/>
        </p:nvSpPr>
        <p:spPr>
          <a:xfrm>
            <a:off x="3227040" y="18478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50" name=""/>
          <p:cNvSpPr/>
          <p:nvPr/>
        </p:nvSpPr>
        <p:spPr>
          <a:xfrm>
            <a:off x="3268080" y="18478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51" name=""/>
          <p:cNvSpPr/>
          <p:nvPr/>
        </p:nvSpPr>
        <p:spPr>
          <a:xfrm>
            <a:off x="2123640" y="18889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52" name=""/>
          <p:cNvSpPr/>
          <p:nvPr/>
        </p:nvSpPr>
        <p:spPr>
          <a:xfrm>
            <a:off x="2205720" y="1888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53" name=""/>
          <p:cNvSpPr/>
          <p:nvPr/>
        </p:nvSpPr>
        <p:spPr>
          <a:xfrm>
            <a:off x="2246400" y="18889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54" name=""/>
          <p:cNvSpPr/>
          <p:nvPr/>
        </p:nvSpPr>
        <p:spPr>
          <a:xfrm>
            <a:off x="2328120" y="18889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55" name=""/>
          <p:cNvSpPr/>
          <p:nvPr/>
        </p:nvSpPr>
        <p:spPr>
          <a:xfrm>
            <a:off x="2369160" y="1888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56" name=""/>
          <p:cNvSpPr/>
          <p:nvPr/>
        </p:nvSpPr>
        <p:spPr>
          <a:xfrm>
            <a:off x="2409840" y="18889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57" name=""/>
          <p:cNvSpPr/>
          <p:nvPr/>
        </p:nvSpPr>
        <p:spPr>
          <a:xfrm>
            <a:off x="2532600" y="1888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58" name=""/>
          <p:cNvSpPr/>
          <p:nvPr/>
        </p:nvSpPr>
        <p:spPr>
          <a:xfrm>
            <a:off x="2573280" y="18889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59" name=""/>
          <p:cNvSpPr/>
          <p:nvPr/>
        </p:nvSpPr>
        <p:spPr>
          <a:xfrm>
            <a:off x="2655000" y="18889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60" name=""/>
          <p:cNvSpPr/>
          <p:nvPr/>
        </p:nvSpPr>
        <p:spPr>
          <a:xfrm>
            <a:off x="2696040" y="1888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61" name=""/>
          <p:cNvSpPr/>
          <p:nvPr/>
        </p:nvSpPr>
        <p:spPr>
          <a:xfrm>
            <a:off x="2777760" y="1888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62" name=""/>
          <p:cNvSpPr/>
          <p:nvPr/>
        </p:nvSpPr>
        <p:spPr>
          <a:xfrm>
            <a:off x="2941200" y="1888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63" name=""/>
          <p:cNvSpPr/>
          <p:nvPr/>
        </p:nvSpPr>
        <p:spPr>
          <a:xfrm>
            <a:off x="2981880" y="18889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64" name=""/>
          <p:cNvSpPr/>
          <p:nvPr/>
        </p:nvSpPr>
        <p:spPr>
          <a:xfrm>
            <a:off x="3063600" y="18889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65" name=""/>
          <p:cNvSpPr/>
          <p:nvPr/>
        </p:nvSpPr>
        <p:spPr>
          <a:xfrm>
            <a:off x="3186360" y="1888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66" name=""/>
          <p:cNvSpPr/>
          <p:nvPr/>
        </p:nvSpPr>
        <p:spPr>
          <a:xfrm>
            <a:off x="3227040" y="18889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67" name=""/>
          <p:cNvSpPr/>
          <p:nvPr/>
        </p:nvSpPr>
        <p:spPr>
          <a:xfrm>
            <a:off x="3268080" y="1888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68" name=""/>
          <p:cNvSpPr/>
          <p:nvPr/>
        </p:nvSpPr>
        <p:spPr>
          <a:xfrm>
            <a:off x="3349800" y="1888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69" name=""/>
          <p:cNvSpPr/>
          <p:nvPr/>
        </p:nvSpPr>
        <p:spPr>
          <a:xfrm>
            <a:off x="3472200" y="18889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70" name=""/>
          <p:cNvSpPr/>
          <p:nvPr/>
        </p:nvSpPr>
        <p:spPr>
          <a:xfrm>
            <a:off x="3553920" y="18889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71" name=""/>
          <p:cNvSpPr/>
          <p:nvPr/>
        </p:nvSpPr>
        <p:spPr>
          <a:xfrm>
            <a:off x="3594960" y="18889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72" name=""/>
          <p:cNvSpPr/>
          <p:nvPr/>
        </p:nvSpPr>
        <p:spPr>
          <a:xfrm>
            <a:off x="2164680" y="19296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73" name=""/>
          <p:cNvSpPr/>
          <p:nvPr/>
        </p:nvSpPr>
        <p:spPr>
          <a:xfrm>
            <a:off x="2246400" y="19296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74" name=""/>
          <p:cNvSpPr/>
          <p:nvPr/>
        </p:nvSpPr>
        <p:spPr>
          <a:xfrm>
            <a:off x="2409840" y="19296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75" name=""/>
          <p:cNvSpPr/>
          <p:nvPr/>
        </p:nvSpPr>
        <p:spPr>
          <a:xfrm>
            <a:off x="2450880" y="19296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76" name=""/>
          <p:cNvSpPr/>
          <p:nvPr/>
        </p:nvSpPr>
        <p:spPr>
          <a:xfrm>
            <a:off x="2491560" y="19296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77" name=""/>
          <p:cNvSpPr/>
          <p:nvPr/>
        </p:nvSpPr>
        <p:spPr>
          <a:xfrm>
            <a:off x="2532600" y="19296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78" name=""/>
          <p:cNvSpPr/>
          <p:nvPr/>
        </p:nvSpPr>
        <p:spPr>
          <a:xfrm>
            <a:off x="2573280" y="19296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79" name=""/>
          <p:cNvSpPr/>
          <p:nvPr/>
        </p:nvSpPr>
        <p:spPr>
          <a:xfrm>
            <a:off x="2655000" y="19296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80" name=""/>
          <p:cNvSpPr/>
          <p:nvPr/>
        </p:nvSpPr>
        <p:spPr>
          <a:xfrm>
            <a:off x="2736720" y="19296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81" name=""/>
          <p:cNvSpPr/>
          <p:nvPr/>
        </p:nvSpPr>
        <p:spPr>
          <a:xfrm>
            <a:off x="2777760" y="19296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82" name=""/>
          <p:cNvSpPr/>
          <p:nvPr/>
        </p:nvSpPr>
        <p:spPr>
          <a:xfrm>
            <a:off x="3063600" y="19296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83" name=""/>
          <p:cNvSpPr/>
          <p:nvPr/>
        </p:nvSpPr>
        <p:spPr>
          <a:xfrm>
            <a:off x="3145320" y="19296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84" name=""/>
          <p:cNvSpPr/>
          <p:nvPr/>
        </p:nvSpPr>
        <p:spPr>
          <a:xfrm>
            <a:off x="3186360" y="19296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85" name=""/>
          <p:cNvSpPr/>
          <p:nvPr/>
        </p:nvSpPr>
        <p:spPr>
          <a:xfrm>
            <a:off x="3268080" y="19296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86" name=""/>
          <p:cNvSpPr/>
          <p:nvPr/>
        </p:nvSpPr>
        <p:spPr>
          <a:xfrm>
            <a:off x="3472200" y="19296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87" name=""/>
          <p:cNvSpPr/>
          <p:nvPr/>
        </p:nvSpPr>
        <p:spPr>
          <a:xfrm>
            <a:off x="3513240" y="19296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88" name=""/>
          <p:cNvSpPr/>
          <p:nvPr/>
        </p:nvSpPr>
        <p:spPr>
          <a:xfrm>
            <a:off x="3553920" y="19296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89" name=""/>
          <p:cNvSpPr/>
          <p:nvPr/>
        </p:nvSpPr>
        <p:spPr>
          <a:xfrm>
            <a:off x="2164680" y="19706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90" name=""/>
          <p:cNvSpPr/>
          <p:nvPr/>
        </p:nvSpPr>
        <p:spPr>
          <a:xfrm>
            <a:off x="2205720" y="1970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91" name=""/>
          <p:cNvSpPr/>
          <p:nvPr/>
        </p:nvSpPr>
        <p:spPr>
          <a:xfrm>
            <a:off x="2246400" y="19706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92" name=""/>
          <p:cNvSpPr/>
          <p:nvPr/>
        </p:nvSpPr>
        <p:spPr>
          <a:xfrm>
            <a:off x="2369160" y="1970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93" name=""/>
          <p:cNvSpPr/>
          <p:nvPr/>
        </p:nvSpPr>
        <p:spPr>
          <a:xfrm>
            <a:off x="2450880" y="1970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94" name=""/>
          <p:cNvSpPr/>
          <p:nvPr/>
        </p:nvSpPr>
        <p:spPr>
          <a:xfrm>
            <a:off x="2491560" y="19706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95" name=""/>
          <p:cNvSpPr/>
          <p:nvPr/>
        </p:nvSpPr>
        <p:spPr>
          <a:xfrm>
            <a:off x="2573280" y="19706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96" name=""/>
          <p:cNvSpPr/>
          <p:nvPr/>
        </p:nvSpPr>
        <p:spPr>
          <a:xfrm>
            <a:off x="2655000" y="19706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97" name=""/>
          <p:cNvSpPr/>
          <p:nvPr/>
        </p:nvSpPr>
        <p:spPr>
          <a:xfrm>
            <a:off x="2696040" y="1970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98" name=""/>
          <p:cNvSpPr/>
          <p:nvPr/>
        </p:nvSpPr>
        <p:spPr>
          <a:xfrm>
            <a:off x="2736720" y="19706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799" name=""/>
          <p:cNvSpPr/>
          <p:nvPr/>
        </p:nvSpPr>
        <p:spPr>
          <a:xfrm>
            <a:off x="3063600" y="19706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00" name=""/>
          <p:cNvSpPr/>
          <p:nvPr/>
        </p:nvSpPr>
        <p:spPr>
          <a:xfrm>
            <a:off x="3104640" y="1970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01" name=""/>
          <p:cNvSpPr/>
          <p:nvPr/>
        </p:nvSpPr>
        <p:spPr>
          <a:xfrm>
            <a:off x="3145320" y="19706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02" name=""/>
          <p:cNvSpPr/>
          <p:nvPr/>
        </p:nvSpPr>
        <p:spPr>
          <a:xfrm>
            <a:off x="3268080" y="1970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03" name=""/>
          <p:cNvSpPr/>
          <p:nvPr/>
        </p:nvSpPr>
        <p:spPr>
          <a:xfrm>
            <a:off x="3513240" y="1970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04" name=""/>
          <p:cNvSpPr/>
          <p:nvPr/>
        </p:nvSpPr>
        <p:spPr>
          <a:xfrm>
            <a:off x="2123640" y="20113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05" name=""/>
          <p:cNvSpPr/>
          <p:nvPr/>
        </p:nvSpPr>
        <p:spPr>
          <a:xfrm>
            <a:off x="2164680" y="20113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06" name=""/>
          <p:cNvSpPr/>
          <p:nvPr/>
        </p:nvSpPr>
        <p:spPr>
          <a:xfrm>
            <a:off x="2246400" y="20113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07" name=""/>
          <p:cNvSpPr/>
          <p:nvPr/>
        </p:nvSpPr>
        <p:spPr>
          <a:xfrm>
            <a:off x="2287440" y="20113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08" name=""/>
          <p:cNvSpPr/>
          <p:nvPr/>
        </p:nvSpPr>
        <p:spPr>
          <a:xfrm>
            <a:off x="2328120" y="20113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09" name=""/>
          <p:cNvSpPr/>
          <p:nvPr/>
        </p:nvSpPr>
        <p:spPr>
          <a:xfrm>
            <a:off x="2409840" y="20113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10" name=""/>
          <p:cNvSpPr/>
          <p:nvPr/>
        </p:nvSpPr>
        <p:spPr>
          <a:xfrm>
            <a:off x="2450880" y="20113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11" name=""/>
          <p:cNvSpPr/>
          <p:nvPr/>
        </p:nvSpPr>
        <p:spPr>
          <a:xfrm>
            <a:off x="2573280" y="20113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12" name=""/>
          <p:cNvSpPr/>
          <p:nvPr/>
        </p:nvSpPr>
        <p:spPr>
          <a:xfrm>
            <a:off x="2696040" y="20113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13" name=""/>
          <p:cNvSpPr/>
          <p:nvPr/>
        </p:nvSpPr>
        <p:spPr>
          <a:xfrm>
            <a:off x="2736720" y="20113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14" name=""/>
          <p:cNvSpPr/>
          <p:nvPr/>
        </p:nvSpPr>
        <p:spPr>
          <a:xfrm>
            <a:off x="2859480" y="20113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15" name=""/>
          <p:cNvSpPr/>
          <p:nvPr/>
        </p:nvSpPr>
        <p:spPr>
          <a:xfrm>
            <a:off x="2900160" y="20113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16" name=""/>
          <p:cNvSpPr/>
          <p:nvPr/>
        </p:nvSpPr>
        <p:spPr>
          <a:xfrm>
            <a:off x="3145320" y="20113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17" name=""/>
          <p:cNvSpPr/>
          <p:nvPr/>
        </p:nvSpPr>
        <p:spPr>
          <a:xfrm>
            <a:off x="3186360" y="20113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18" name=""/>
          <p:cNvSpPr/>
          <p:nvPr/>
        </p:nvSpPr>
        <p:spPr>
          <a:xfrm>
            <a:off x="3227040" y="20113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19" name=""/>
          <p:cNvSpPr/>
          <p:nvPr/>
        </p:nvSpPr>
        <p:spPr>
          <a:xfrm>
            <a:off x="3268080" y="20113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20" name=""/>
          <p:cNvSpPr/>
          <p:nvPr/>
        </p:nvSpPr>
        <p:spPr>
          <a:xfrm>
            <a:off x="3308760" y="20113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21" name=""/>
          <p:cNvSpPr/>
          <p:nvPr/>
        </p:nvSpPr>
        <p:spPr>
          <a:xfrm>
            <a:off x="3349800" y="20113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22" name=""/>
          <p:cNvSpPr/>
          <p:nvPr/>
        </p:nvSpPr>
        <p:spPr>
          <a:xfrm>
            <a:off x="3390480" y="20113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23" name=""/>
          <p:cNvSpPr/>
          <p:nvPr/>
        </p:nvSpPr>
        <p:spPr>
          <a:xfrm>
            <a:off x="3472200" y="20113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24" name=""/>
          <p:cNvSpPr/>
          <p:nvPr/>
        </p:nvSpPr>
        <p:spPr>
          <a:xfrm>
            <a:off x="3513240" y="20113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25" name=""/>
          <p:cNvSpPr/>
          <p:nvPr/>
        </p:nvSpPr>
        <p:spPr>
          <a:xfrm>
            <a:off x="2205720" y="2052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26" name=""/>
          <p:cNvSpPr/>
          <p:nvPr/>
        </p:nvSpPr>
        <p:spPr>
          <a:xfrm>
            <a:off x="2328120" y="20523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27" name=""/>
          <p:cNvSpPr/>
          <p:nvPr/>
        </p:nvSpPr>
        <p:spPr>
          <a:xfrm>
            <a:off x="2369160" y="2052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28" name=""/>
          <p:cNvSpPr/>
          <p:nvPr/>
        </p:nvSpPr>
        <p:spPr>
          <a:xfrm>
            <a:off x="2532600" y="2052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29" name=""/>
          <p:cNvSpPr/>
          <p:nvPr/>
        </p:nvSpPr>
        <p:spPr>
          <a:xfrm>
            <a:off x="2573280" y="20523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30" name=""/>
          <p:cNvSpPr/>
          <p:nvPr/>
        </p:nvSpPr>
        <p:spPr>
          <a:xfrm>
            <a:off x="2614320" y="2052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31" name=""/>
          <p:cNvSpPr/>
          <p:nvPr/>
        </p:nvSpPr>
        <p:spPr>
          <a:xfrm>
            <a:off x="2655000" y="20523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32" name=""/>
          <p:cNvSpPr/>
          <p:nvPr/>
        </p:nvSpPr>
        <p:spPr>
          <a:xfrm>
            <a:off x="2696040" y="2052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33" name=""/>
          <p:cNvSpPr/>
          <p:nvPr/>
        </p:nvSpPr>
        <p:spPr>
          <a:xfrm>
            <a:off x="2777760" y="2052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34" name=""/>
          <p:cNvSpPr/>
          <p:nvPr/>
        </p:nvSpPr>
        <p:spPr>
          <a:xfrm>
            <a:off x="2818440" y="20523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35" name=""/>
          <p:cNvSpPr/>
          <p:nvPr/>
        </p:nvSpPr>
        <p:spPr>
          <a:xfrm>
            <a:off x="2859480" y="2052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36" name=""/>
          <p:cNvSpPr/>
          <p:nvPr/>
        </p:nvSpPr>
        <p:spPr>
          <a:xfrm>
            <a:off x="3022920" y="2052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37" name=""/>
          <p:cNvSpPr/>
          <p:nvPr/>
        </p:nvSpPr>
        <p:spPr>
          <a:xfrm>
            <a:off x="3063600" y="20523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38" name=""/>
          <p:cNvSpPr/>
          <p:nvPr/>
        </p:nvSpPr>
        <p:spPr>
          <a:xfrm>
            <a:off x="3104640" y="2052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39" name=""/>
          <p:cNvSpPr/>
          <p:nvPr/>
        </p:nvSpPr>
        <p:spPr>
          <a:xfrm>
            <a:off x="3145320" y="20523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40" name=""/>
          <p:cNvSpPr/>
          <p:nvPr/>
        </p:nvSpPr>
        <p:spPr>
          <a:xfrm>
            <a:off x="3186360" y="2052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41" name=""/>
          <p:cNvSpPr/>
          <p:nvPr/>
        </p:nvSpPr>
        <p:spPr>
          <a:xfrm>
            <a:off x="3227040" y="20523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42" name=""/>
          <p:cNvSpPr/>
          <p:nvPr/>
        </p:nvSpPr>
        <p:spPr>
          <a:xfrm>
            <a:off x="3308760" y="20523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43" name=""/>
          <p:cNvSpPr/>
          <p:nvPr/>
        </p:nvSpPr>
        <p:spPr>
          <a:xfrm>
            <a:off x="3349800" y="2052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44" name=""/>
          <p:cNvSpPr/>
          <p:nvPr/>
        </p:nvSpPr>
        <p:spPr>
          <a:xfrm>
            <a:off x="3431520" y="2052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45" name=""/>
          <p:cNvSpPr/>
          <p:nvPr/>
        </p:nvSpPr>
        <p:spPr>
          <a:xfrm>
            <a:off x="3472200" y="20523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46" name=""/>
          <p:cNvSpPr/>
          <p:nvPr/>
        </p:nvSpPr>
        <p:spPr>
          <a:xfrm>
            <a:off x="3513240" y="2052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47" name=""/>
          <p:cNvSpPr/>
          <p:nvPr/>
        </p:nvSpPr>
        <p:spPr>
          <a:xfrm>
            <a:off x="3553920" y="20523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48" name=""/>
          <p:cNvSpPr/>
          <p:nvPr/>
        </p:nvSpPr>
        <p:spPr>
          <a:xfrm>
            <a:off x="3594960" y="20523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49" name=""/>
          <p:cNvSpPr/>
          <p:nvPr/>
        </p:nvSpPr>
        <p:spPr>
          <a:xfrm>
            <a:off x="2164680" y="20930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50" name=""/>
          <p:cNvSpPr/>
          <p:nvPr/>
        </p:nvSpPr>
        <p:spPr>
          <a:xfrm>
            <a:off x="2409840" y="20930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51" name=""/>
          <p:cNvSpPr/>
          <p:nvPr/>
        </p:nvSpPr>
        <p:spPr>
          <a:xfrm>
            <a:off x="2450880" y="20930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52" name=""/>
          <p:cNvSpPr/>
          <p:nvPr/>
        </p:nvSpPr>
        <p:spPr>
          <a:xfrm>
            <a:off x="2491560" y="20930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53" name=""/>
          <p:cNvSpPr/>
          <p:nvPr/>
        </p:nvSpPr>
        <p:spPr>
          <a:xfrm>
            <a:off x="2532600" y="20930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54" name=""/>
          <p:cNvSpPr/>
          <p:nvPr/>
        </p:nvSpPr>
        <p:spPr>
          <a:xfrm>
            <a:off x="2655000" y="20930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55" name=""/>
          <p:cNvSpPr/>
          <p:nvPr/>
        </p:nvSpPr>
        <p:spPr>
          <a:xfrm>
            <a:off x="2696040" y="20930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56" name=""/>
          <p:cNvSpPr/>
          <p:nvPr/>
        </p:nvSpPr>
        <p:spPr>
          <a:xfrm>
            <a:off x="2736720" y="20930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57" name=""/>
          <p:cNvSpPr/>
          <p:nvPr/>
        </p:nvSpPr>
        <p:spPr>
          <a:xfrm>
            <a:off x="2777760" y="20930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58" name=""/>
          <p:cNvSpPr/>
          <p:nvPr/>
        </p:nvSpPr>
        <p:spPr>
          <a:xfrm>
            <a:off x="2900160" y="20930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59" name=""/>
          <p:cNvSpPr/>
          <p:nvPr/>
        </p:nvSpPr>
        <p:spPr>
          <a:xfrm>
            <a:off x="2981880" y="20930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60" name=""/>
          <p:cNvSpPr/>
          <p:nvPr/>
        </p:nvSpPr>
        <p:spPr>
          <a:xfrm>
            <a:off x="3104640" y="20930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61" name=""/>
          <p:cNvSpPr/>
          <p:nvPr/>
        </p:nvSpPr>
        <p:spPr>
          <a:xfrm>
            <a:off x="3186360" y="20930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62" name=""/>
          <p:cNvSpPr/>
          <p:nvPr/>
        </p:nvSpPr>
        <p:spPr>
          <a:xfrm>
            <a:off x="3227040" y="20930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63" name=""/>
          <p:cNvSpPr/>
          <p:nvPr/>
        </p:nvSpPr>
        <p:spPr>
          <a:xfrm>
            <a:off x="3308760" y="20930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64" name=""/>
          <p:cNvSpPr/>
          <p:nvPr/>
        </p:nvSpPr>
        <p:spPr>
          <a:xfrm>
            <a:off x="3349800" y="20930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65" name=""/>
          <p:cNvSpPr/>
          <p:nvPr/>
        </p:nvSpPr>
        <p:spPr>
          <a:xfrm>
            <a:off x="3390480" y="20930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66" name=""/>
          <p:cNvSpPr/>
          <p:nvPr/>
        </p:nvSpPr>
        <p:spPr>
          <a:xfrm>
            <a:off x="3431520" y="20930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67" name=""/>
          <p:cNvSpPr/>
          <p:nvPr/>
        </p:nvSpPr>
        <p:spPr>
          <a:xfrm>
            <a:off x="3472200" y="20930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68" name=""/>
          <p:cNvSpPr/>
          <p:nvPr/>
        </p:nvSpPr>
        <p:spPr>
          <a:xfrm>
            <a:off x="3594960" y="20930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69" name=""/>
          <p:cNvSpPr/>
          <p:nvPr/>
        </p:nvSpPr>
        <p:spPr>
          <a:xfrm>
            <a:off x="2164680" y="21340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70" name=""/>
          <p:cNvSpPr/>
          <p:nvPr/>
        </p:nvSpPr>
        <p:spPr>
          <a:xfrm>
            <a:off x="2205720" y="2134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71" name=""/>
          <p:cNvSpPr/>
          <p:nvPr/>
        </p:nvSpPr>
        <p:spPr>
          <a:xfrm>
            <a:off x="2246400" y="21340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72" name=""/>
          <p:cNvSpPr/>
          <p:nvPr/>
        </p:nvSpPr>
        <p:spPr>
          <a:xfrm>
            <a:off x="2287440" y="2134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73" name=""/>
          <p:cNvSpPr/>
          <p:nvPr/>
        </p:nvSpPr>
        <p:spPr>
          <a:xfrm>
            <a:off x="2369160" y="2134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74" name=""/>
          <p:cNvSpPr/>
          <p:nvPr/>
        </p:nvSpPr>
        <p:spPr>
          <a:xfrm>
            <a:off x="2450880" y="2134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75" name=""/>
          <p:cNvSpPr/>
          <p:nvPr/>
        </p:nvSpPr>
        <p:spPr>
          <a:xfrm>
            <a:off x="2532600" y="2134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76" name=""/>
          <p:cNvSpPr/>
          <p:nvPr/>
        </p:nvSpPr>
        <p:spPr>
          <a:xfrm>
            <a:off x="2696040" y="2134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77" name=""/>
          <p:cNvSpPr/>
          <p:nvPr/>
        </p:nvSpPr>
        <p:spPr>
          <a:xfrm>
            <a:off x="2777760" y="2134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78" name=""/>
          <p:cNvSpPr/>
          <p:nvPr/>
        </p:nvSpPr>
        <p:spPr>
          <a:xfrm>
            <a:off x="2818440" y="21340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79" name=""/>
          <p:cNvSpPr/>
          <p:nvPr/>
        </p:nvSpPr>
        <p:spPr>
          <a:xfrm>
            <a:off x="2859480" y="2134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80" name=""/>
          <p:cNvSpPr/>
          <p:nvPr/>
        </p:nvSpPr>
        <p:spPr>
          <a:xfrm>
            <a:off x="2900160" y="21340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81" name=""/>
          <p:cNvSpPr/>
          <p:nvPr/>
        </p:nvSpPr>
        <p:spPr>
          <a:xfrm>
            <a:off x="2941200" y="2134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82" name=""/>
          <p:cNvSpPr/>
          <p:nvPr/>
        </p:nvSpPr>
        <p:spPr>
          <a:xfrm>
            <a:off x="2981880" y="21340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83" name=""/>
          <p:cNvSpPr/>
          <p:nvPr/>
        </p:nvSpPr>
        <p:spPr>
          <a:xfrm>
            <a:off x="3104640" y="2134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84" name=""/>
          <p:cNvSpPr/>
          <p:nvPr/>
        </p:nvSpPr>
        <p:spPr>
          <a:xfrm>
            <a:off x="3268080" y="2134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85" name=""/>
          <p:cNvSpPr/>
          <p:nvPr/>
        </p:nvSpPr>
        <p:spPr>
          <a:xfrm>
            <a:off x="3308760" y="21340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86" name=""/>
          <p:cNvSpPr/>
          <p:nvPr/>
        </p:nvSpPr>
        <p:spPr>
          <a:xfrm>
            <a:off x="3349800" y="2134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87" name=""/>
          <p:cNvSpPr/>
          <p:nvPr/>
        </p:nvSpPr>
        <p:spPr>
          <a:xfrm>
            <a:off x="3431520" y="2134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88" name=""/>
          <p:cNvSpPr/>
          <p:nvPr/>
        </p:nvSpPr>
        <p:spPr>
          <a:xfrm>
            <a:off x="3513240" y="2134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89" name=""/>
          <p:cNvSpPr/>
          <p:nvPr/>
        </p:nvSpPr>
        <p:spPr>
          <a:xfrm>
            <a:off x="3553920" y="21340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90" name=""/>
          <p:cNvSpPr/>
          <p:nvPr/>
        </p:nvSpPr>
        <p:spPr>
          <a:xfrm>
            <a:off x="2123640" y="21747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91" name=""/>
          <p:cNvSpPr/>
          <p:nvPr/>
        </p:nvSpPr>
        <p:spPr>
          <a:xfrm>
            <a:off x="2164680" y="21747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92" name=""/>
          <p:cNvSpPr/>
          <p:nvPr/>
        </p:nvSpPr>
        <p:spPr>
          <a:xfrm>
            <a:off x="2287440" y="21747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93" name=""/>
          <p:cNvSpPr/>
          <p:nvPr/>
        </p:nvSpPr>
        <p:spPr>
          <a:xfrm>
            <a:off x="2409840" y="21747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94" name=""/>
          <p:cNvSpPr/>
          <p:nvPr/>
        </p:nvSpPr>
        <p:spPr>
          <a:xfrm>
            <a:off x="2450880" y="21747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95" name=""/>
          <p:cNvSpPr/>
          <p:nvPr/>
        </p:nvSpPr>
        <p:spPr>
          <a:xfrm>
            <a:off x="2614320" y="21747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96" name=""/>
          <p:cNvSpPr/>
          <p:nvPr/>
        </p:nvSpPr>
        <p:spPr>
          <a:xfrm>
            <a:off x="2655000" y="21747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97" name=""/>
          <p:cNvSpPr/>
          <p:nvPr/>
        </p:nvSpPr>
        <p:spPr>
          <a:xfrm>
            <a:off x="2696040" y="21747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98" name=""/>
          <p:cNvSpPr/>
          <p:nvPr/>
        </p:nvSpPr>
        <p:spPr>
          <a:xfrm>
            <a:off x="2818440" y="21747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899" name=""/>
          <p:cNvSpPr/>
          <p:nvPr/>
        </p:nvSpPr>
        <p:spPr>
          <a:xfrm>
            <a:off x="2859480" y="21747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00" name=""/>
          <p:cNvSpPr/>
          <p:nvPr/>
        </p:nvSpPr>
        <p:spPr>
          <a:xfrm>
            <a:off x="2941200" y="21747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01" name=""/>
          <p:cNvSpPr/>
          <p:nvPr/>
        </p:nvSpPr>
        <p:spPr>
          <a:xfrm>
            <a:off x="2981880" y="21747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02" name=""/>
          <p:cNvSpPr/>
          <p:nvPr/>
        </p:nvSpPr>
        <p:spPr>
          <a:xfrm>
            <a:off x="3022920" y="21747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03" name=""/>
          <p:cNvSpPr/>
          <p:nvPr/>
        </p:nvSpPr>
        <p:spPr>
          <a:xfrm>
            <a:off x="3063600" y="21747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04" name=""/>
          <p:cNvSpPr/>
          <p:nvPr/>
        </p:nvSpPr>
        <p:spPr>
          <a:xfrm>
            <a:off x="3104640" y="21747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05" name=""/>
          <p:cNvSpPr/>
          <p:nvPr/>
        </p:nvSpPr>
        <p:spPr>
          <a:xfrm>
            <a:off x="3186360" y="21747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06" name=""/>
          <p:cNvSpPr/>
          <p:nvPr/>
        </p:nvSpPr>
        <p:spPr>
          <a:xfrm>
            <a:off x="3308760" y="21747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07" name=""/>
          <p:cNvSpPr/>
          <p:nvPr/>
        </p:nvSpPr>
        <p:spPr>
          <a:xfrm>
            <a:off x="3390480" y="21747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08" name=""/>
          <p:cNvSpPr/>
          <p:nvPr/>
        </p:nvSpPr>
        <p:spPr>
          <a:xfrm>
            <a:off x="3431520" y="21747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09" name=""/>
          <p:cNvSpPr/>
          <p:nvPr/>
        </p:nvSpPr>
        <p:spPr>
          <a:xfrm>
            <a:off x="3553920" y="21747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10" name=""/>
          <p:cNvSpPr/>
          <p:nvPr/>
        </p:nvSpPr>
        <p:spPr>
          <a:xfrm>
            <a:off x="2164680" y="22158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11" name=""/>
          <p:cNvSpPr/>
          <p:nvPr/>
        </p:nvSpPr>
        <p:spPr>
          <a:xfrm>
            <a:off x="2205720" y="22158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12" name=""/>
          <p:cNvSpPr/>
          <p:nvPr/>
        </p:nvSpPr>
        <p:spPr>
          <a:xfrm>
            <a:off x="2246400" y="22158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13" name=""/>
          <p:cNvSpPr/>
          <p:nvPr/>
        </p:nvSpPr>
        <p:spPr>
          <a:xfrm>
            <a:off x="2287440" y="22158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14" name=""/>
          <p:cNvSpPr/>
          <p:nvPr/>
        </p:nvSpPr>
        <p:spPr>
          <a:xfrm>
            <a:off x="2328120" y="22158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15" name=""/>
          <p:cNvSpPr/>
          <p:nvPr/>
        </p:nvSpPr>
        <p:spPr>
          <a:xfrm>
            <a:off x="2369160" y="22158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16" name=""/>
          <p:cNvSpPr/>
          <p:nvPr/>
        </p:nvSpPr>
        <p:spPr>
          <a:xfrm>
            <a:off x="2532600" y="22158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17" name=""/>
          <p:cNvSpPr/>
          <p:nvPr/>
        </p:nvSpPr>
        <p:spPr>
          <a:xfrm>
            <a:off x="2696040" y="22158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18" name=""/>
          <p:cNvSpPr/>
          <p:nvPr/>
        </p:nvSpPr>
        <p:spPr>
          <a:xfrm>
            <a:off x="2736720" y="22158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19" name=""/>
          <p:cNvSpPr/>
          <p:nvPr/>
        </p:nvSpPr>
        <p:spPr>
          <a:xfrm>
            <a:off x="2777760" y="22158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20" name=""/>
          <p:cNvSpPr/>
          <p:nvPr/>
        </p:nvSpPr>
        <p:spPr>
          <a:xfrm>
            <a:off x="2818440" y="22158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21" name=""/>
          <p:cNvSpPr/>
          <p:nvPr/>
        </p:nvSpPr>
        <p:spPr>
          <a:xfrm>
            <a:off x="2859480" y="22158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22" name=""/>
          <p:cNvSpPr/>
          <p:nvPr/>
        </p:nvSpPr>
        <p:spPr>
          <a:xfrm>
            <a:off x="2941200" y="22158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23" name=""/>
          <p:cNvSpPr/>
          <p:nvPr/>
        </p:nvSpPr>
        <p:spPr>
          <a:xfrm>
            <a:off x="2981880" y="22158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24" name=""/>
          <p:cNvSpPr/>
          <p:nvPr/>
        </p:nvSpPr>
        <p:spPr>
          <a:xfrm>
            <a:off x="3063600" y="22158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25" name=""/>
          <p:cNvSpPr/>
          <p:nvPr/>
        </p:nvSpPr>
        <p:spPr>
          <a:xfrm>
            <a:off x="3104640" y="22158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26" name=""/>
          <p:cNvSpPr/>
          <p:nvPr/>
        </p:nvSpPr>
        <p:spPr>
          <a:xfrm>
            <a:off x="3145320" y="22158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27" name=""/>
          <p:cNvSpPr/>
          <p:nvPr/>
        </p:nvSpPr>
        <p:spPr>
          <a:xfrm>
            <a:off x="3472200" y="22158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28" name=""/>
          <p:cNvSpPr/>
          <p:nvPr/>
        </p:nvSpPr>
        <p:spPr>
          <a:xfrm>
            <a:off x="3513240" y="22158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29" name=""/>
          <p:cNvSpPr/>
          <p:nvPr/>
        </p:nvSpPr>
        <p:spPr>
          <a:xfrm>
            <a:off x="3553920" y="22158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30" name=""/>
          <p:cNvSpPr/>
          <p:nvPr/>
        </p:nvSpPr>
        <p:spPr>
          <a:xfrm>
            <a:off x="2164680" y="22564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31" name=""/>
          <p:cNvSpPr/>
          <p:nvPr/>
        </p:nvSpPr>
        <p:spPr>
          <a:xfrm>
            <a:off x="2409840" y="22564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32" name=""/>
          <p:cNvSpPr/>
          <p:nvPr/>
        </p:nvSpPr>
        <p:spPr>
          <a:xfrm>
            <a:off x="2450880" y="22564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33" name=""/>
          <p:cNvSpPr/>
          <p:nvPr/>
        </p:nvSpPr>
        <p:spPr>
          <a:xfrm>
            <a:off x="2532600" y="22564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34" name=""/>
          <p:cNvSpPr/>
          <p:nvPr/>
        </p:nvSpPr>
        <p:spPr>
          <a:xfrm>
            <a:off x="2573280" y="22564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35" name=""/>
          <p:cNvSpPr/>
          <p:nvPr/>
        </p:nvSpPr>
        <p:spPr>
          <a:xfrm>
            <a:off x="2696040" y="22564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36" name=""/>
          <p:cNvSpPr/>
          <p:nvPr/>
        </p:nvSpPr>
        <p:spPr>
          <a:xfrm>
            <a:off x="2777760" y="22564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37" name=""/>
          <p:cNvSpPr/>
          <p:nvPr/>
        </p:nvSpPr>
        <p:spPr>
          <a:xfrm>
            <a:off x="2818440" y="22564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38" name=""/>
          <p:cNvSpPr/>
          <p:nvPr/>
        </p:nvSpPr>
        <p:spPr>
          <a:xfrm>
            <a:off x="2900160" y="22564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39" name=""/>
          <p:cNvSpPr/>
          <p:nvPr/>
        </p:nvSpPr>
        <p:spPr>
          <a:xfrm>
            <a:off x="2941200" y="22564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40" name=""/>
          <p:cNvSpPr/>
          <p:nvPr/>
        </p:nvSpPr>
        <p:spPr>
          <a:xfrm>
            <a:off x="2981880" y="22564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41" name=""/>
          <p:cNvSpPr/>
          <p:nvPr/>
        </p:nvSpPr>
        <p:spPr>
          <a:xfrm>
            <a:off x="3022920" y="22564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42" name=""/>
          <p:cNvSpPr/>
          <p:nvPr/>
        </p:nvSpPr>
        <p:spPr>
          <a:xfrm>
            <a:off x="3063600" y="22564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43" name=""/>
          <p:cNvSpPr/>
          <p:nvPr/>
        </p:nvSpPr>
        <p:spPr>
          <a:xfrm>
            <a:off x="3104640" y="22564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44" name=""/>
          <p:cNvSpPr/>
          <p:nvPr/>
        </p:nvSpPr>
        <p:spPr>
          <a:xfrm>
            <a:off x="3227040" y="22564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45" name=""/>
          <p:cNvSpPr/>
          <p:nvPr/>
        </p:nvSpPr>
        <p:spPr>
          <a:xfrm>
            <a:off x="3308760" y="22564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46" name=""/>
          <p:cNvSpPr/>
          <p:nvPr/>
        </p:nvSpPr>
        <p:spPr>
          <a:xfrm>
            <a:off x="3349800" y="22564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47" name=""/>
          <p:cNvSpPr/>
          <p:nvPr/>
        </p:nvSpPr>
        <p:spPr>
          <a:xfrm>
            <a:off x="3513240" y="22564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48" name=""/>
          <p:cNvSpPr/>
          <p:nvPr/>
        </p:nvSpPr>
        <p:spPr>
          <a:xfrm>
            <a:off x="3553920" y="22564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49" name=""/>
          <p:cNvSpPr/>
          <p:nvPr/>
        </p:nvSpPr>
        <p:spPr>
          <a:xfrm>
            <a:off x="3594960" y="22564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50" name=""/>
          <p:cNvSpPr/>
          <p:nvPr/>
        </p:nvSpPr>
        <p:spPr>
          <a:xfrm>
            <a:off x="2123640" y="22975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51" name=""/>
          <p:cNvSpPr/>
          <p:nvPr/>
        </p:nvSpPr>
        <p:spPr>
          <a:xfrm>
            <a:off x="2164680" y="22975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52" name=""/>
          <p:cNvSpPr/>
          <p:nvPr/>
        </p:nvSpPr>
        <p:spPr>
          <a:xfrm>
            <a:off x="2246400" y="22975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53" name=""/>
          <p:cNvSpPr/>
          <p:nvPr/>
        </p:nvSpPr>
        <p:spPr>
          <a:xfrm>
            <a:off x="2328120" y="22975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54" name=""/>
          <p:cNvSpPr/>
          <p:nvPr/>
        </p:nvSpPr>
        <p:spPr>
          <a:xfrm>
            <a:off x="2369160" y="2297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55" name=""/>
          <p:cNvSpPr/>
          <p:nvPr/>
        </p:nvSpPr>
        <p:spPr>
          <a:xfrm>
            <a:off x="2409840" y="22975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56" name=""/>
          <p:cNvSpPr/>
          <p:nvPr/>
        </p:nvSpPr>
        <p:spPr>
          <a:xfrm>
            <a:off x="2491560" y="22975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57" name=""/>
          <p:cNvSpPr/>
          <p:nvPr/>
        </p:nvSpPr>
        <p:spPr>
          <a:xfrm>
            <a:off x="2532600" y="2297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58" name=""/>
          <p:cNvSpPr/>
          <p:nvPr/>
        </p:nvSpPr>
        <p:spPr>
          <a:xfrm>
            <a:off x="2573280" y="22975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59" name=""/>
          <p:cNvSpPr/>
          <p:nvPr/>
        </p:nvSpPr>
        <p:spPr>
          <a:xfrm>
            <a:off x="2614320" y="2297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60" name=""/>
          <p:cNvSpPr/>
          <p:nvPr/>
        </p:nvSpPr>
        <p:spPr>
          <a:xfrm>
            <a:off x="2696040" y="2297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61" name=""/>
          <p:cNvSpPr/>
          <p:nvPr/>
        </p:nvSpPr>
        <p:spPr>
          <a:xfrm>
            <a:off x="2736720" y="22975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62" name=""/>
          <p:cNvSpPr/>
          <p:nvPr/>
        </p:nvSpPr>
        <p:spPr>
          <a:xfrm>
            <a:off x="2777760" y="2297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63" name=""/>
          <p:cNvSpPr/>
          <p:nvPr/>
        </p:nvSpPr>
        <p:spPr>
          <a:xfrm>
            <a:off x="2818440" y="22975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64" name=""/>
          <p:cNvSpPr/>
          <p:nvPr/>
        </p:nvSpPr>
        <p:spPr>
          <a:xfrm>
            <a:off x="2900160" y="22975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65" name=""/>
          <p:cNvSpPr/>
          <p:nvPr/>
        </p:nvSpPr>
        <p:spPr>
          <a:xfrm>
            <a:off x="3022920" y="2297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66" name=""/>
          <p:cNvSpPr/>
          <p:nvPr/>
        </p:nvSpPr>
        <p:spPr>
          <a:xfrm>
            <a:off x="3104640" y="2297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67" name=""/>
          <p:cNvSpPr/>
          <p:nvPr/>
        </p:nvSpPr>
        <p:spPr>
          <a:xfrm>
            <a:off x="3186360" y="2297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68" name=""/>
          <p:cNvSpPr/>
          <p:nvPr/>
        </p:nvSpPr>
        <p:spPr>
          <a:xfrm>
            <a:off x="3227040" y="22975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69" name=""/>
          <p:cNvSpPr/>
          <p:nvPr/>
        </p:nvSpPr>
        <p:spPr>
          <a:xfrm>
            <a:off x="3390480" y="22975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70" name=""/>
          <p:cNvSpPr/>
          <p:nvPr/>
        </p:nvSpPr>
        <p:spPr>
          <a:xfrm>
            <a:off x="3431520" y="2297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71" name=""/>
          <p:cNvSpPr/>
          <p:nvPr/>
        </p:nvSpPr>
        <p:spPr>
          <a:xfrm>
            <a:off x="3553920" y="22975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72" name=""/>
          <p:cNvSpPr/>
          <p:nvPr/>
        </p:nvSpPr>
        <p:spPr>
          <a:xfrm>
            <a:off x="3594960" y="22975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73" name=""/>
          <p:cNvSpPr/>
          <p:nvPr/>
        </p:nvSpPr>
        <p:spPr>
          <a:xfrm>
            <a:off x="2205720" y="23382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74" name=""/>
          <p:cNvSpPr/>
          <p:nvPr/>
        </p:nvSpPr>
        <p:spPr>
          <a:xfrm>
            <a:off x="2246400" y="23382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75" name=""/>
          <p:cNvSpPr/>
          <p:nvPr/>
        </p:nvSpPr>
        <p:spPr>
          <a:xfrm>
            <a:off x="2450880" y="23382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76" name=""/>
          <p:cNvSpPr/>
          <p:nvPr/>
        </p:nvSpPr>
        <p:spPr>
          <a:xfrm>
            <a:off x="2573280" y="23382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77" name=""/>
          <p:cNvSpPr/>
          <p:nvPr/>
        </p:nvSpPr>
        <p:spPr>
          <a:xfrm>
            <a:off x="2696040" y="23382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78" name=""/>
          <p:cNvSpPr/>
          <p:nvPr/>
        </p:nvSpPr>
        <p:spPr>
          <a:xfrm>
            <a:off x="2818440" y="23382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79" name=""/>
          <p:cNvSpPr/>
          <p:nvPr/>
        </p:nvSpPr>
        <p:spPr>
          <a:xfrm>
            <a:off x="2859480" y="23382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80" name=""/>
          <p:cNvSpPr/>
          <p:nvPr/>
        </p:nvSpPr>
        <p:spPr>
          <a:xfrm>
            <a:off x="2900160" y="23382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81" name=""/>
          <p:cNvSpPr/>
          <p:nvPr/>
        </p:nvSpPr>
        <p:spPr>
          <a:xfrm>
            <a:off x="3063600" y="23382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82" name=""/>
          <p:cNvSpPr/>
          <p:nvPr/>
        </p:nvSpPr>
        <p:spPr>
          <a:xfrm>
            <a:off x="3268080" y="23382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83" name=""/>
          <p:cNvSpPr/>
          <p:nvPr/>
        </p:nvSpPr>
        <p:spPr>
          <a:xfrm>
            <a:off x="3390480" y="23382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84" name=""/>
          <p:cNvSpPr/>
          <p:nvPr/>
        </p:nvSpPr>
        <p:spPr>
          <a:xfrm>
            <a:off x="3553920" y="23382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85" name=""/>
          <p:cNvSpPr/>
          <p:nvPr/>
        </p:nvSpPr>
        <p:spPr>
          <a:xfrm>
            <a:off x="2123640" y="23792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86" name=""/>
          <p:cNvSpPr/>
          <p:nvPr/>
        </p:nvSpPr>
        <p:spPr>
          <a:xfrm>
            <a:off x="2205720" y="23792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87" name=""/>
          <p:cNvSpPr/>
          <p:nvPr/>
        </p:nvSpPr>
        <p:spPr>
          <a:xfrm>
            <a:off x="2246400" y="23792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88" name=""/>
          <p:cNvSpPr/>
          <p:nvPr/>
        </p:nvSpPr>
        <p:spPr>
          <a:xfrm>
            <a:off x="2328120" y="23792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89" name=""/>
          <p:cNvSpPr/>
          <p:nvPr/>
        </p:nvSpPr>
        <p:spPr>
          <a:xfrm>
            <a:off x="2369160" y="23792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90" name=""/>
          <p:cNvSpPr/>
          <p:nvPr/>
        </p:nvSpPr>
        <p:spPr>
          <a:xfrm>
            <a:off x="2696040" y="23792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91" name=""/>
          <p:cNvSpPr/>
          <p:nvPr/>
        </p:nvSpPr>
        <p:spPr>
          <a:xfrm>
            <a:off x="2818440" y="23792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92" name=""/>
          <p:cNvSpPr/>
          <p:nvPr/>
        </p:nvSpPr>
        <p:spPr>
          <a:xfrm>
            <a:off x="2859480" y="23792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93" name=""/>
          <p:cNvSpPr/>
          <p:nvPr/>
        </p:nvSpPr>
        <p:spPr>
          <a:xfrm>
            <a:off x="2941200" y="23792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94" name=""/>
          <p:cNvSpPr/>
          <p:nvPr/>
        </p:nvSpPr>
        <p:spPr>
          <a:xfrm>
            <a:off x="2981880" y="23792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95" name=""/>
          <p:cNvSpPr/>
          <p:nvPr/>
        </p:nvSpPr>
        <p:spPr>
          <a:xfrm>
            <a:off x="3063600" y="23792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96" name=""/>
          <p:cNvSpPr/>
          <p:nvPr/>
        </p:nvSpPr>
        <p:spPr>
          <a:xfrm>
            <a:off x="3268080" y="23792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97" name=""/>
          <p:cNvSpPr/>
          <p:nvPr/>
        </p:nvSpPr>
        <p:spPr>
          <a:xfrm>
            <a:off x="3308760" y="23792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98" name=""/>
          <p:cNvSpPr/>
          <p:nvPr/>
        </p:nvSpPr>
        <p:spPr>
          <a:xfrm>
            <a:off x="3390480" y="23792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1999" name=""/>
          <p:cNvSpPr/>
          <p:nvPr/>
        </p:nvSpPr>
        <p:spPr>
          <a:xfrm>
            <a:off x="3431520" y="23792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00" name=""/>
          <p:cNvSpPr/>
          <p:nvPr/>
        </p:nvSpPr>
        <p:spPr>
          <a:xfrm>
            <a:off x="3594960" y="23792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01" name=""/>
          <p:cNvSpPr/>
          <p:nvPr/>
        </p:nvSpPr>
        <p:spPr>
          <a:xfrm>
            <a:off x="2123640" y="24199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02" name=""/>
          <p:cNvSpPr/>
          <p:nvPr/>
        </p:nvSpPr>
        <p:spPr>
          <a:xfrm>
            <a:off x="2164680" y="24199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03" name=""/>
          <p:cNvSpPr/>
          <p:nvPr/>
        </p:nvSpPr>
        <p:spPr>
          <a:xfrm>
            <a:off x="2246400" y="24199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04" name=""/>
          <p:cNvSpPr/>
          <p:nvPr/>
        </p:nvSpPr>
        <p:spPr>
          <a:xfrm>
            <a:off x="2450880" y="24199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05" name=""/>
          <p:cNvSpPr/>
          <p:nvPr/>
        </p:nvSpPr>
        <p:spPr>
          <a:xfrm>
            <a:off x="2532600" y="24199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06" name=""/>
          <p:cNvSpPr/>
          <p:nvPr/>
        </p:nvSpPr>
        <p:spPr>
          <a:xfrm>
            <a:off x="2614320" y="24199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07" name=""/>
          <p:cNvSpPr/>
          <p:nvPr/>
        </p:nvSpPr>
        <p:spPr>
          <a:xfrm>
            <a:off x="2777760" y="24199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08" name=""/>
          <p:cNvSpPr/>
          <p:nvPr/>
        </p:nvSpPr>
        <p:spPr>
          <a:xfrm>
            <a:off x="2900160" y="24199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09" name=""/>
          <p:cNvSpPr/>
          <p:nvPr/>
        </p:nvSpPr>
        <p:spPr>
          <a:xfrm>
            <a:off x="2941200" y="24199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10" name=""/>
          <p:cNvSpPr/>
          <p:nvPr/>
        </p:nvSpPr>
        <p:spPr>
          <a:xfrm>
            <a:off x="3063600" y="24199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11" name=""/>
          <p:cNvSpPr/>
          <p:nvPr/>
        </p:nvSpPr>
        <p:spPr>
          <a:xfrm>
            <a:off x="3268080" y="24199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12" name=""/>
          <p:cNvSpPr/>
          <p:nvPr/>
        </p:nvSpPr>
        <p:spPr>
          <a:xfrm>
            <a:off x="3308760" y="24199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13" name=""/>
          <p:cNvSpPr/>
          <p:nvPr/>
        </p:nvSpPr>
        <p:spPr>
          <a:xfrm>
            <a:off x="3472200" y="24199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14" name=""/>
          <p:cNvSpPr/>
          <p:nvPr/>
        </p:nvSpPr>
        <p:spPr>
          <a:xfrm>
            <a:off x="2123640" y="24609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15" name=""/>
          <p:cNvSpPr/>
          <p:nvPr/>
        </p:nvSpPr>
        <p:spPr>
          <a:xfrm>
            <a:off x="2164680" y="24609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16" name=""/>
          <p:cNvSpPr/>
          <p:nvPr/>
        </p:nvSpPr>
        <p:spPr>
          <a:xfrm>
            <a:off x="2205720" y="24609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17" name=""/>
          <p:cNvSpPr/>
          <p:nvPr/>
        </p:nvSpPr>
        <p:spPr>
          <a:xfrm>
            <a:off x="2328120" y="24609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18" name=""/>
          <p:cNvSpPr/>
          <p:nvPr/>
        </p:nvSpPr>
        <p:spPr>
          <a:xfrm>
            <a:off x="2369160" y="24609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19" name=""/>
          <p:cNvSpPr/>
          <p:nvPr/>
        </p:nvSpPr>
        <p:spPr>
          <a:xfrm>
            <a:off x="2696040" y="24609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20" name=""/>
          <p:cNvSpPr/>
          <p:nvPr/>
        </p:nvSpPr>
        <p:spPr>
          <a:xfrm>
            <a:off x="2777760" y="24609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21" name=""/>
          <p:cNvSpPr/>
          <p:nvPr/>
        </p:nvSpPr>
        <p:spPr>
          <a:xfrm>
            <a:off x="2818440" y="24609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22" name=""/>
          <p:cNvSpPr/>
          <p:nvPr/>
        </p:nvSpPr>
        <p:spPr>
          <a:xfrm>
            <a:off x="2981880" y="24609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23" name=""/>
          <p:cNvSpPr/>
          <p:nvPr/>
        </p:nvSpPr>
        <p:spPr>
          <a:xfrm>
            <a:off x="3022920" y="24609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24" name=""/>
          <p:cNvSpPr/>
          <p:nvPr/>
        </p:nvSpPr>
        <p:spPr>
          <a:xfrm>
            <a:off x="3063600" y="24609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25" name=""/>
          <p:cNvSpPr/>
          <p:nvPr/>
        </p:nvSpPr>
        <p:spPr>
          <a:xfrm>
            <a:off x="3145320" y="24609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26" name=""/>
          <p:cNvSpPr/>
          <p:nvPr/>
        </p:nvSpPr>
        <p:spPr>
          <a:xfrm>
            <a:off x="3186360" y="24609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27" name=""/>
          <p:cNvSpPr/>
          <p:nvPr/>
        </p:nvSpPr>
        <p:spPr>
          <a:xfrm>
            <a:off x="3268080" y="24609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28" name=""/>
          <p:cNvSpPr/>
          <p:nvPr/>
        </p:nvSpPr>
        <p:spPr>
          <a:xfrm>
            <a:off x="3390480" y="24609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29" name=""/>
          <p:cNvSpPr/>
          <p:nvPr/>
        </p:nvSpPr>
        <p:spPr>
          <a:xfrm>
            <a:off x="2246400" y="250164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116"/>
                </a:moveTo>
                <a:lnTo>
                  <a:pt x="115" y="116"/>
                </a:lnTo>
                <a:lnTo>
                  <a:pt x="115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30" name=""/>
          <p:cNvSpPr/>
          <p:nvPr/>
        </p:nvSpPr>
        <p:spPr>
          <a:xfrm>
            <a:off x="2287440" y="250164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116"/>
                </a:moveTo>
                <a:lnTo>
                  <a:pt x="114" y="116"/>
                </a:lnTo>
                <a:lnTo>
                  <a:pt x="114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31" name=""/>
          <p:cNvSpPr/>
          <p:nvPr/>
        </p:nvSpPr>
        <p:spPr>
          <a:xfrm>
            <a:off x="2491560" y="250164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116"/>
                </a:moveTo>
                <a:lnTo>
                  <a:pt x="115" y="116"/>
                </a:lnTo>
                <a:lnTo>
                  <a:pt x="115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32" name=""/>
          <p:cNvSpPr/>
          <p:nvPr/>
        </p:nvSpPr>
        <p:spPr>
          <a:xfrm>
            <a:off x="2532600" y="250164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116"/>
                </a:moveTo>
                <a:lnTo>
                  <a:pt x="114" y="116"/>
                </a:lnTo>
                <a:lnTo>
                  <a:pt x="114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33" name=""/>
          <p:cNvSpPr/>
          <p:nvPr/>
        </p:nvSpPr>
        <p:spPr>
          <a:xfrm>
            <a:off x="2614320" y="250164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116"/>
                </a:moveTo>
                <a:lnTo>
                  <a:pt x="114" y="116"/>
                </a:lnTo>
                <a:lnTo>
                  <a:pt x="114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34" name=""/>
          <p:cNvSpPr/>
          <p:nvPr/>
        </p:nvSpPr>
        <p:spPr>
          <a:xfrm>
            <a:off x="2655000" y="250164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116"/>
                </a:moveTo>
                <a:lnTo>
                  <a:pt x="115" y="116"/>
                </a:lnTo>
                <a:lnTo>
                  <a:pt x="115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35" name=""/>
          <p:cNvSpPr/>
          <p:nvPr/>
        </p:nvSpPr>
        <p:spPr>
          <a:xfrm>
            <a:off x="2696040" y="250164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116"/>
                </a:moveTo>
                <a:lnTo>
                  <a:pt x="114" y="116"/>
                </a:lnTo>
                <a:lnTo>
                  <a:pt x="114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36" name=""/>
          <p:cNvSpPr/>
          <p:nvPr/>
        </p:nvSpPr>
        <p:spPr>
          <a:xfrm>
            <a:off x="2859480" y="250164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116"/>
                </a:moveTo>
                <a:lnTo>
                  <a:pt x="114" y="116"/>
                </a:lnTo>
                <a:lnTo>
                  <a:pt x="114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37" name=""/>
          <p:cNvSpPr/>
          <p:nvPr/>
        </p:nvSpPr>
        <p:spPr>
          <a:xfrm>
            <a:off x="3022920" y="250164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116"/>
                </a:moveTo>
                <a:lnTo>
                  <a:pt x="114" y="116"/>
                </a:lnTo>
                <a:lnTo>
                  <a:pt x="114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38" name=""/>
          <p:cNvSpPr/>
          <p:nvPr/>
        </p:nvSpPr>
        <p:spPr>
          <a:xfrm>
            <a:off x="3104640" y="250164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116"/>
                </a:moveTo>
                <a:lnTo>
                  <a:pt x="114" y="116"/>
                </a:lnTo>
                <a:lnTo>
                  <a:pt x="114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39" name=""/>
          <p:cNvSpPr/>
          <p:nvPr/>
        </p:nvSpPr>
        <p:spPr>
          <a:xfrm>
            <a:off x="3145320" y="250164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116"/>
                </a:moveTo>
                <a:lnTo>
                  <a:pt x="115" y="116"/>
                </a:lnTo>
                <a:lnTo>
                  <a:pt x="115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40" name=""/>
          <p:cNvSpPr/>
          <p:nvPr/>
        </p:nvSpPr>
        <p:spPr>
          <a:xfrm>
            <a:off x="3308760" y="250164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116"/>
                </a:moveTo>
                <a:lnTo>
                  <a:pt x="115" y="116"/>
                </a:lnTo>
                <a:lnTo>
                  <a:pt x="115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41" name=""/>
          <p:cNvSpPr/>
          <p:nvPr/>
        </p:nvSpPr>
        <p:spPr>
          <a:xfrm>
            <a:off x="3349800" y="250164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116"/>
                </a:moveTo>
                <a:lnTo>
                  <a:pt x="114" y="116"/>
                </a:lnTo>
                <a:lnTo>
                  <a:pt x="114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42" name=""/>
          <p:cNvSpPr/>
          <p:nvPr/>
        </p:nvSpPr>
        <p:spPr>
          <a:xfrm>
            <a:off x="3431520" y="250164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116"/>
                </a:moveTo>
                <a:lnTo>
                  <a:pt x="114" y="116"/>
                </a:lnTo>
                <a:lnTo>
                  <a:pt x="114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43" name=""/>
          <p:cNvSpPr/>
          <p:nvPr/>
        </p:nvSpPr>
        <p:spPr>
          <a:xfrm>
            <a:off x="3472200" y="250164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116"/>
                </a:moveTo>
                <a:lnTo>
                  <a:pt x="115" y="116"/>
                </a:lnTo>
                <a:lnTo>
                  <a:pt x="115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44" name=""/>
          <p:cNvSpPr/>
          <p:nvPr/>
        </p:nvSpPr>
        <p:spPr>
          <a:xfrm>
            <a:off x="3513240" y="250164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116"/>
                </a:moveTo>
                <a:lnTo>
                  <a:pt x="114" y="116"/>
                </a:lnTo>
                <a:lnTo>
                  <a:pt x="114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45" name=""/>
          <p:cNvSpPr/>
          <p:nvPr/>
        </p:nvSpPr>
        <p:spPr>
          <a:xfrm>
            <a:off x="3553920" y="250164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116"/>
                </a:moveTo>
                <a:lnTo>
                  <a:pt x="115" y="116"/>
                </a:lnTo>
                <a:lnTo>
                  <a:pt x="115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46" name=""/>
          <p:cNvSpPr/>
          <p:nvPr/>
        </p:nvSpPr>
        <p:spPr>
          <a:xfrm>
            <a:off x="3594960" y="250164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116"/>
                </a:moveTo>
                <a:lnTo>
                  <a:pt x="115" y="116"/>
                </a:lnTo>
                <a:lnTo>
                  <a:pt x="115" y="0"/>
                </a:lnTo>
                <a:lnTo>
                  <a:pt x="0" y="0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47" name=""/>
          <p:cNvSpPr/>
          <p:nvPr/>
        </p:nvSpPr>
        <p:spPr>
          <a:xfrm>
            <a:off x="2164680" y="25426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48" name=""/>
          <p:cNvSpPr/>
          <p:nvPr/>
        </p:nvSpPr>
        <p:spPr>
          <a:xfrm>
            <a:off x="2205720" y="25426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49" name=""/>
          <p:cNvSpPr/>
          <p:nvPr/>
        </p:nvSpPr>
        <p:spPr>
          <a:xfrm>
            <a:off x="2246400" y="25426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50" name=""/>
          <p:cNvSpPr/>
          <p:nvPr/>
        </p:nvSpPr>
        <p:spPr>
          <a:xfrm>
            <a:off x="2287440" y="25426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51" name=""/>
          <p:cNvSpPr/>
          <p:nvPr/>
        </p:nvSpPr>
        <p:spPr>
          <a:xfrm>
            <a:off x="2328120" y="25426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52" name=""/>
          <p:cNvSpPr/>
          <p:nvPr/>
        </p:nvSpPr>
        <p:spPr>
          <a:xfrm>
            <a:off x="2369160" y="25426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53" name=""/>
          <p:cNvSpPr/>
          <p:nvPr/>
        </p:nvSpPr>
        <p:spPr>
          <a:xfrm>
            <a:off x="2409840" y="25426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54" name=""/>
          <p:cNvSpPr/>
          <p:nvPr/>
        </p:nvSpPr>
        <p:spPr>
          <a:xfrm>
            <a:off x="2491560" y="25426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55" name=""/>
          <p:cNvSpPr/>
          <p:nvPr/>
        </p:nvSpPr>
        <p:spPr>
          <a:xfrm>
            <a:off x="2573280" y="25426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56" name=""/>
          <p:cNvSpPr/>
          <p:nvPr/>
        </p:nvSpPr>
        <p:spPr>
          <a:xfrm>
            <a:off x="2614320" y="25426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57" name=""/>
          <p:cNvSpPr/>
          <p:nvPr/>
        </p:nvSpPr>
        <p:spPr>
          <a:xfrm>
            <a:off x="2736720" y="25426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58" name=""/>
          <p:cNvSpPr/>
          <p:nvPr/>
        </p:nvSpPr>
        <p:spPr>
          <a:xfrm>
            <a:off x="2859480" y="25426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59" name=""/>
          <p:cNvSpPr/>
          <p:nvPr/>
        </p:nvSpPr>
        <p:spPr>
          <a:xfrm>
            <a:off x="3022920" y="25426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60" name=""/>
          <p:cNvSpPr/>
          <p:nvPr/>
        </p:nvSpPr>
        <p:spPr>
          <a:xfrm>
            <a:off x="3063600" y="25426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61" name=""/>
          <p:cNvSpPr/>
          <p:nvPr/>
        </p:nvSpPr>
        <p:spPr>
          <a:xfrm>
            <a:off x="3104640" y="25426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62" name=""/>
          <p:cNvSpPr/>
          <p:nvPr/>
        </p:nvSpPr>
        <p:spPr>
          <a:xfrm>
            <a:off x="3145320" y="25426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63" name=""/>
          <p:cNvSpPr/>
          <p:nvPr/>
        </p:nvSpPr>
        <p:spPr>
          <a:xfrm>
            <a:off x="3227040" y="25426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64" name=""/>
          <p:cNvSpPr/>
          <p:nvPr/>
        </p:nvSpPr>
        <p:spPr>
          <a:xfrm>
            <a:off x="3308760" y="25426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65" name=""/>
          <p:cNvSpPr/>
          <p:nvPr/>
        </p:nvSpPr>
        <p:spPr>
          <a:xfrm>
            <a:off x="3349800" y="25426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66" name=""/>
          <p:cNvSpPr/>
          <p:nvPr/>
        </p:nvSpPr>
        <p:spPr>
          <a:xfrm>
            <a:off x="3431520" y="25426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67" name=""/>
          <p:cNvSpPr/>
          <p:nvPr/>
        </p:nvSpPr>
        <p:spPr>
          <a:xfrm>
            <a:off x="3513240" y="25426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68" name=""/>
          <p:cNvSpPr/>
          <p:nvPr/>
        </p:nvSpPr>
        <p:spPr>
          <a:xfrm>
            <a:off x="3553920" y="25426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69" name=""/>
          <p:cNvSpPr/>
          <p:nvPr/>
        </p:nvSpPr>
        <p:spPr>
          <a:xfrm>
            <a:off x="2164680" y="25833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70" name=""/>
          <p:cNvSpPr/>
          <p:nvPr/>
        </p:nvSpPr>
        <p:spPr>
          <a:xfrm>
            <a:off x="2205720" y="25833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71" name=""/>
          <p:cNvSpPr/>
          <p:nvPr/>
        </p:nvSpPr>
        <p:spPr>
          <a:xfrm>
            <a:off x="2287440" y="25833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72" name=""/>
          <p:cNvSpPr/>
          <p:nvPr/>
        </p:nvSpPr>
        <p:spPr>
          <a:xfrm>
            <a:off x="2409840" y="25833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73" name=""/>
          <p:cNvSpPr/>
          <p:nvPr/>
        </p:nvSpPr>
        <p:spPr>
          <a:xfrm>
            <a:off x="2491560" y="25833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74" name=""/>
          <p:cNvSpPr/>
          <p:nvPr/>
        </p:nvSpPr>
        <p:spPr>
          <a:xfrm>
            <a:off x="2614320" y="25833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75" name=""/>
          <p:cNvSpPr/>
          <p:nvPr/>
        </p:nvSpPr>
        <p:spPr>
          <a:xfrm>
            <a:off x="2696040" y="25833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76" name=""/>
          <p:cNvSpPr/>
          <p:nvPr/>
        </p:nvSpPr>
        <p:spPr>
          <a:xfrm>
            <a:off x="2777760" y="25833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77" name=""/>
          <p:cNvSpPr/>
          <p:nvPr/>
        </p:nvSpPr>
        <p:spPr>
          <a:xfrm>
            <a:off x="2818440" y="25833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78" name=""/>
          <p:cNvSpPr/>
          <p:nvPr/>
        </p:nvSpPr>
        <p:spPr>
          <a:xfrm>
            <a:off x="2859480" y="25833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79" name=""/>
          <p:cNvSpPr/>
          <p:nvPr/>
        </p:nvSpPr>
        <p:spPr>
          <a:xfrm>
            <a:off x="2941200" y="25833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80" name=""/>
          <p:cNvSpPr/>
          <p:nvPr/>
        </p:nvSpPr>
        <p:spPr>
          <a:xfrm>
            <a:off x="2981880" y="25833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81" name=""/>
          <p:cNvSpPr/>
          <p:nvPr/>
        </p:nvSpPr>
        <p:spPr>
          <a:xfrm>
            <a:off x="3022920" y="25833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82" name=""/>
          <p:cNvSpPr/>
          <p:nvPr/>
        </p:nvSpPr>
        <p:spPr>
          <a:xfrm>
            <a:off x="3104640" y="25833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83" name=""/>
          <p:cNvSpPr/>
          <p:nvPr/>
        </p:nvSpPr>
        <p:spPr>
          <a:xfrm>
            <a:off x="3145320" y="25833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84" name=""/>
          <p:cNvSpPr/>
          <p:nvPr/>
        </p:nvSpPr>
        <p:spPr>
          <a:xfrm>
            <a:off x="3227040" y="25833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85" name=""/>
          <p:cNvSpPr/>
          <p:nvPr/>
        </p:nvSpPr>
        <p:spPr>
          <a:xfrm>
            <a:off x="3268080" y="25833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86" name=""/>
          <p:cNvSpPr/>
          <p:nvPr/>
        </p:nvSpPr>
        <p:spPr>
          <a:xfrm>
            <a:off x="3308760" y="25833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87" name=""/>
          <p:cNvSpPr/>
          <p:nvPr/>
        </p:nvSpPr>
        <p:spPr>
          <a:xfrm>
            <a:off x="3349800" y="25833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88" name=""/>
          <p:cNvSpPr/>
          <p:nvPr/>
        </p:nvSpPr>
        <p:spPr>
          <a:xfrm>
            <a:off x="3390480" y="25833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89" name=""/>
          <p:cNvSpPr/>
          <p:nvPr/>
        </p:nvSpPr>
        <p:spPr>
          <a:xfrm>
            <a:off x="3431520" y="25833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90" name=""/>
          <p:cNvSpPr/>
          <p:nvPr/>
        </p:nvSpPr>
        <p:spPr>
          <a:xfrm>
            <a:off x="3472200" y="25833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91" name=""/>
          <p:cNvSpPr/>
          <p:nvPr/>
        </p:nvSpPr>
        <p:spPr>
          <a:xfrm>
            <a:off x="3513240" y="25833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92" name=""/>
          <p:cNvSpPr/>
          <p:nvPr/>
        </p:nvSpPr>
        <p:spPr>
          <a:xfrm>
            <a:off x="3553920" y="25833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93" name=""/>
          <p:cNvSpPr/>
          <p:nvPr/>
        </p:nvSpPr>
        <p:spPr>
          <a:xfrm>
            <a:off x="3594960" y="25833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94" name=""/>
          <p:cNvSpPr/>
          <p:nvPr/>
        </p:nvSpPr>
        <p:spPr>
          <a:xfrm>
            <a:off x="2164680" y="26244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95" name=""/>
          <p:cNvSpPr/>
          <p:nvPr/>
        </p:nvSpPr>
        <p:spPr>
          <a:xfrm>
            <a:off x="2246400" y="26244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96" name=""/>
          <p:cNvSpPr/>
          <p:nvPr/>
        </p:nvSpPr>
        <p:spPr>
          <a:xfrm>
            <a:off x="2328120" y="26244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97" name=""/>
          <p:cNvSpPr/>
          <p:nvPr/>
        </p:nvSpPr>
        <p:spPr>
          <a:xfrm>
            <a:off x="2369160" y="26244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98" name=""/>
          <p:cNvSpPr/>
          <p:nvPr/>
        </p:nvSpPr>
        <p:spPr>
          <a:xfrm>
            <a:off x="2450880" y="26244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099" name=""/>
          <p:cNvSpPr/>
          <p:nvPr/>
        </p:nvSpPr>
        <p:spPr>
          <a:xfrm>
            <a:off x="2573280" y="26244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00" name=""/>
          <p:cNvSpPr/>
          <p:nvPr/>
        </p:nvSpPr>
        <p:spPr>
          <a:xfrm>
            <a:off x="2655000" y="26244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01" name=""/>
          <p:cNvSpPr/>
          <p:nvPr/>
        </p:nvSpPr>
        <p:spPr>
          <a:xfrm>
            <a:off x="2736720" y="26244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02" name=""/>
          <p:cNvSpPr/>
          <p:nvPr/>
        </p:nvSpPr>
        <p:spPr>
          <a:xfrm>
            <a:off x="2777760" y="26244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03" name=""/>
          <p:cNvSpPr/>
          <p:nvPr/>
        </p:nvSpPr>
        <p:spPr>
          <a:xfrm>
            <a:off x="2900160" y="26244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04" name=""/>
          <p:cNvSpPr/>
          <p:nvPr/>
        </p:nvSpPr>
        <p:spPr>
          <a:xfrm>
            <a:off x="2981880" y="26244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05" name=""/>
          <p:cNvSpPr/>
          <p:nvPr/>
        </p:nvSpPr>
        <p:spPr>
          <a:xfrm>
            <a:off x="3104640" y="26244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06" name=""/>
          <p:cNvSpPr/>
          <p:nvPr/>
        </p:nvSpPr>
        <p:spPr>
          <a:xfrm>
            <a:off x="3186360" y="26244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07" name=""/>
          <p:cNvSpPr/>
          <p:nvPr/>
        </p:nvSpPr>
        <p:spPr>
          <a:xfrm>
            <a:off x="3308760" y="26244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08" name=""/>
          <p:cNvSpPr/>
          <p:nvPr/>
        </p:nvSpPr>
        <p:spPr>
          <a:xfrm>
            <a:off x="3390480" y="26244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09" name=""/>
          <p:cNvSpPr/>
          <p:nvPr/>
        </p:nvSpPr>
        <p:spPr>
          <a:xfrm>
            <a:off x="3472200" y="26244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10" name=""/>
          <p:cNvSpPr/>
          <p:nvPr/>
        </p:nvSpPr>
        <p:spPr>
          <a:xfrm>
            <a:off x="3553920" y="26244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11" name=""/>
          <p:cNvSpPr/>
          <p:nvPr/>
        </p:nvSpPr>
        <p:spPr>
          <a:xfrm>
            <a:off x="2123640" y="26650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12" name=""/>
          <p:cNvSpPr/>
          <p:nvPr/>
        </p:nvSpPr>
        <p:spPr>
          <a:xfrm>
            <a:off x="2287440" y="26650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13" name=""/>
          <p:cNvSpPr/>
          <p:nvPr/>
        </p:nvSpPr>
        <p:spPr>
          <a:xfrm>
            <a:off x="2328120" y="26650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14" name=""/>
          <p:cNvSpPr/>
          <p:nvPr/>
        </p:nvSpPr>
        <p:spPr>
          <a:xfrm>
            <a:off x="2409840" y="26650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15" name=""/>
          <p:cNvSpPr/>
          <p:nvPr/>
        </p:nvSpPr>
        <p:spPr>
          <a:xfrm>
            <a:off x="2450880" y="26650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16" name=""/>
          <p:cNvSpPr/>
          <p:nvPr/>
        </p:nvSpPr>
        <p:spPr>
          <a:xfrm>
            <a:off x="2614320" y="26650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17" name=""/>
          <p:cNvSpPr/>
          <p:nvPr/>
        </p:nvSpPr>
        <p:spPr>
          <a:xfrm>
            <a:off x="2696040" y="26650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18" name=""/>
          <p:cNvSpPr/>
          <p:nvPr/>
        </p:nvSpPr>
        <p:spPr>
          <a:xfrm>
            <a:off x="2777760" y="26650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19" name=""/>
          <p:cNvSpPr/>
          <p:nvPr/>
        </p:nvSpPr>
        <p:spPr>
          <a:xfrm>
            <a:off x="2859480" y="26650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20" name=""/>
          <p:cNvSpPr/>
          <p:nvPr/>
        </p:nvSpPr>
        <p:spPr>
          <a:xfrm>
            <a:off x="2900160" y="26650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21" name=""/>
          <p:cNvSpPr/>
          <p:nvPr/>
        </p:nvSpPr>
        <p:spPr>
          <a:xfrm>
            <a:off x="2941200" y="26650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22" name=""/>
          <p:cNvSpPr/>
          <p:nvPr/>
        </p:nvSpPr>
        <p:spPr>
          <a:xfrm>
            <a:off x="2981880" y="26650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23" name=""/>
          <p:cNvSpPr/>
          <p:nvPr/>
        </p:nvSpPr>
        <p:spPr>
          <a:xfrm>
            <a:off x="3063600" y="26650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24" name=""/>
          <p:cNvSpPr/>
          <p:nvPr/>
        </p:nvSpPr>
        <p:spPr>
          <a:xfrm>
            <a:off x="3186360" y="26650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25" name=""/>
          <p:cNvSpPr/>
          <p:nvPr/>
        </p:nvSpPr>
        <p:spPr>
          <a:xfrm>
            <a:off x="3227040" y="26650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26" name=""/>
          <p:cNvSpPr/>
          <p:nvPr/>
        </p:nvSpPr>
        <p:spPr>
          <a:xfrm>
            <a:off x="3349800" y="26650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27" name=""/>
          <p:cNvSpPr/>
          <p:nvPr/>
        </p:nvSpPr>
        <p:spPr>
          <a:xfrm>
            <a:off x="3390480" y="26650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28" name=""/>
          <p:cNvSpPr/>
          <p:nvPr/>
        </p:nvSpPr>
        <p:spPr>
          <a:xfrm>
            <a:off x="3431520" y="26650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29" name=""/>
          <p:cNvSpPr/>
          <p:nvPr/>
        </p:nvSpPr>
        <p:spPr>
          <a:xfrm>
            <a:off x="3553920" y="26650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30" name=""/>
          <p:cNvSpPr/>
          <p:nvPr/>
        </p:nvSpPr>
        <p:spPr>
          <a:xfrm>
            <a:off x="3594960" y="26650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31" name=""/>
          <p:cNvSpPr/>
          <p:nvPr/>
        </p:nvSpPr>
        <p:spPr>
          <a:xfrm>
            <a:off x="2205720" y="2706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32" name=""/>
          <p:cNvSpPr/>
          <p:nvPr/>
        </p:nvSpPr>
        <p:spPr>
          <a:xfrm>
            <a:off x="2287440" y="2706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33" name=""/>
          <p:cNvSpPr/>
          <p:nvPr/>
        </p:nvSpPr>
        <p:spPr>
          <a:xfrm>
            <a:off x="2369160" y="2706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34" name=""/>
          <p:cNvSpPr/>
          <p:nvPr/>
        </p:nvSpPr>
        <p:spPr>
          <a:xfrm>
            <a:off x="2409840" y="27061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35" name=""/>
          <p:cNvSpPr/>
          <p:nvPr/>
        </p:nvSpPr>
        <p:spPr>
          <a:xfrm>
            <a:off x="2573280" y="27061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36" name=""/>
          <p:cNvSpPr/>
          <p:nvPr/>
        </p:nvSpPr>
        <p:spPr>
          <a:xfrm>
            <a:off x="2655000" y="27061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37" name=""/>
          <p:cNvSpPr/>
          <p:nvPr/>
        </p:nvSpPr>
        <p:spPr>
          <a:xfrm>
            <a:off x="2736720" y="27061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38" name=""/>
          <p:cNvSpPr/>
          <p:nvPr/>
        </p:nvSpPr>
        <p:spPr>
          <a:xfrm>
            <a:off x="2859480" y="2706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39" name=""/>
          <p:cNvSpPr/>
          <p:nvPr/>
        </p:nvSpPr>
        <p:spPr>
          <a:xfrm>
            <a:off x="2941200" y="2706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40" name=""/>
          <p:cNvSpPr/>
          <p:nvPr/>
        </p:nvSpPr>
        <p:spPr>
          <a:xfrm>
            <a:off x="2981880" y="27061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41" name=""/>
          <p:cNvSpPr/>
          <p:nvPr/>
        </p:nvSpPr>
        <p:spPr>
          <a:xfrm>
            <a:off x="3022920" y="2706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42" name=""/>
          <p:cNvSpPr/>
          <p:nvPr/>
        </p:nvSpPr>
        <p:spPr>
          <a:xfrm>
            <a:off x="3145320" y="27061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43" name=""/>
          <p:cNvSpPr/>
          <p:nvPr/>
        </p:nvSpPr>
        <p:spPr>
          <a:xfrm>
            <a:off x="3268080" y="2706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44" name=""/>
          <p:cNvSpPr/>
          <p:nvPr/>
        </p:nvSpPr>
        <p:spPr>
          <a:xfrm>
            <a:off x="3308760" y="27061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45" name=""/>
          <p:cNvSpPr/>
          <p:nvPr/>
        </p:nvSpPr>
        <p:spPr>
          <a:xfrm>
            <a:off x="3349800" y="2706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46" name=""/>
          <p:cNvSpPr/>
          <p:nvPr/>
        </p:nvSpPr>
        <p:spPr>
          <a:xfrm>
            <a:off x="3390480" y="27061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47" name=""/>
          <p:cNvSpPr/>
          <p:nvPr/>
        </p:nvSpPr>
        <p:spPr>
          <a:xfrm>
            <a:off x="3431520" y="2706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48" name=""/>
          <p:cNvSpPr/>
          <p:nvPr/>
        </p:nvSpPr>
        <p:spPr>
          <a:xfrm>
            <a:off x="3513240" y="2706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49" name=""/>
          <p:cNvSpPr/>
          <p:nvPr/>
        </p:nvSpPr>
        <p:spPr>
          <a:xfrm>
            <a:off x="3553920" y="27061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50" name=""/>
          <p:cNvSpPr/>
          <p:nvPr/>
        </p:nvSpPr>
        <p:spPr>
          <a:xfrm>
            <a:off x="3594960" y="27061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51" name=""/>
          <p:cNvSpPr/>
          <p:nvPr/>
        </p:nvSpPr>
        <p:spPr>
          <a:xfrm>
            <a:off x="2450880" y="27468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52" name=""/>
          <p:cNvSpPr/>
          <p:nvPr/>
        </p:nvSpPr>
        <p:spPr>
          <a:xfrm>
            <a:off x="2491560" y="27468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53" name=""/>
          <p:cNvSpPr/>
          <p:nvPr/>
        </p:nvSpPr>
        <p:spPr>
          <a:xfrm>
            <a:off x="2696040" y="27468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54" name=""/>
          <p:cNvSpPr/>
          <p:nvPr/>
        </p:nvSpPr>
        <p:spPr>
          <a:xfrm>
            <a:off x="2736720" y="27468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55" name=""/>
          <p:cNvSpPr/>
          <p:nvPr/>
        </p:nvSpPr>
        <p:spPr>
          <a:xfrm>
            <a:off x="2818440" y="27468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56" name=""/>
          <p:cNvSpPr/>
          <p:nvPr/>
        </p:nvSpPr>
        <p:spPr>
          <a:xfrm>
            <a:off x="2859480" y="27468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57" name=""/>
          <p:cNvSpPr/>
          <p:nvPr/>
        </p:nvSpPr>
        <p:spPr>
          <a:xfrm>
            <a:off x="2941200" y="27468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58" name=""/>
          <p:cNvSpPr/>
          <p:nvPr/>
        </p:nvSpPr>
        <p:spPr>
          <a:xfrm>
            <a:off x="3063600" y="27468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59" name=""/>
          <p:cNvSpPr/>
          <p:nvPr/>
        </p:nvSpPr>
        <p:spPr>
          <a:xfrm>
            <a:off x="3104640" y="27468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60" name=""/>
          <p:cNvSpPr/>
          <p:nvPr/>
        </p:nvSpPr>
        <p:spPr>
          <a:xfrm>
            <a:off x="3145320" y="27468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61" name=""/>
          <p:cNvSpPr/>
          <p:nvPr/>
        </p:nvSpPr>
        <p:spPr>
          <a:xfrm>
            <a:off x="3227040" y="27468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62" name=""/>
          <p:cNvSpPr/>
          <p:nvPr/>
        </p:nvSpPr>
        <p:spPr>
          <a:xfrm>
            <a:off x="3268080" y="27468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63" name=""/>
          <p:cNvSpPr/>
          <p:nvPr/>
        </p:nvSpPr>
        <p:spPr>
          <a:xfrm>
            <a:off x="3431520" y="27468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64" name=""/>
          <p:cNvSpPr/>
          <p:nvPr/>
        </p:nvSpPr>
        <p:spPr>
          <a:xfrm>
            <a:off x="3513240" y="27468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65" name=""/>
          <p:cNvSpPr/>
          <p:nvPr/>
        </p:nvSpPr>
        <p:spPr>
          <a:xfrm>
            <a:off x="3594960" y="27468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66" name=""/>
          <p:cNvSpPr/>
          <p:nvPr/>
        </p:nvSpPr>
        <p:spPr>
          <a:xfrm>
            <a:off x="2123640" y="27878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67" name=""/>
          <p:cNvSpPr/>
          <p:nvPr/>
        </p:nvSpPr>
        <p:spPr>
          <a:xfrm>
            <a:off x="2164680" y="27878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68" name=""/>
          <p:cNvSpPr/>
          <p:nvPr/>
        </p:nvSpPr>
        <p:spPr>
          <a:xfrm>
            <a:off x="2205720" y="27878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69" name=""/>
          <p:cNvSpPr/>
          <p:nvPr/>
        </p:nvSpPr>
        <p:spPr>
          <a:xfrm>
            <a:off x="2246400" y="27878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70" name=""/>
          <p:cNvSpPr/>
          <p:nvPr/>
        </p:nvSpPr>
        <p:spPr>
          <a:xfrm>
            <a:off x="2287440" y="27878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71" name=""/>
          <p:cNvSpPr/>
          <p:nvPr/>
        </p:nvSpPr>
        <p:spPr>
          <a:xfrm>
            <a:off x="2328120" y="27878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72" name=""/>
          <p:cNvSpPr/>
          <p:nvPr/>
        </p:nvSpPr>
        <p:spPr>
          <a:xfrm>
            <a:off x="2369160" y="27878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73" name=""/>
          <p:cNvSpPr/>
          <p:nvPr/>
        </p:nvSpPr>
        <p:spPr>
          <a:xfrm>
            <a:off x="2450880" y="27878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74" name=""/>
          <p:cNvSpPr/>
          <p:nvPr/>
        </p:nvSpPr>
        <p:spPr>
          <a:xfrm>
            <a:off x="2491560" y="27878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75" name=""/>
          <p:cNvSpPr/>
          <p:nvPr/>
        </p:nvSpPr>
        <p:spPr>
          <a:xfrm>
            <a:off x="2532600" y="27878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76" name=""/>
          <p:cNvSpPr/>
          <p:nvPr/>
        </p:nvSpPr>
        <p:spPr>
          <a:xfrm>
            <a:off x="2614320" y="27878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77" name=""/>
          <p:cNvSpPr/>
          <p:nvPr/>
        </p:nvSpPr>
        <p:spPr>
          <a:xfrm>
            <a:off x="2655000" y="27878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78" name=""/>
          <p:cNvSpPr/>
          <p:nvPr/>
        </p:nvSpPr>
        <p:spPr>
          <a:xfrm>
            <a:off x="2736720" y="27878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79" name=""/>
          <p:cNvSpPr/>
          <p:nvPr/>
        </p:nvSpPr>
        <p:spPr>
          <a:xfrm>
            <a:off x="2818440" y="27878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80" name=""/>
          <p:cNvSpPr/>
          <p:nvPr/>
        </p:nvSpPr>
        <p:spPr>
          <a:xfrm>
            <a:off x="2981880" y="27878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81" name=""/>
          <p:cNvSpPr/>
          <p:nvPr/>
        </p:nvSpPr>
        <p:spPr>
          <a:xfrm>
            <a:off x="3145320" y="27878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82" name=""/>
          <p:cNvSpPr/>
          <p:nvPr/>
        </p:nvSpPr>
        <p:spPr>
          <a:xfrm>
            <a:off x="3268080" y="27878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83" name=""/>
          <p:cNvSpPr/>
          <p:nvPr/>
        </p:nvSpPr>
        <p:spPr>
          <a:xfrm>
            <a:off x="3349800" y="27878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84" name=""/>
          <p:cNvSpPr/>
          <p:nvPr/>
        </p:nvSpPr>
        <p:spPr>
          <a:xfrm>
            <a:off x="3431520" y="27878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85" name=""/>
          <p:cNvSpPr/>
          <p:nvPr/>
        </p:nvSpPr>
        <p:spPr>
          <a:xfrm>
            <a:off x="3513240" y="27878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86" name=""/>
          <p:cNvSpPr/>
          <p:nvPr/>
        </p:nvSpPr>
        <p:spPr>
          <a:xfrm>
            <a:off x="3553920" y="27878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87" name=""/>
          <p:cNvSpPr/>
          <p:nvPr/>
        </p:nvSpPr>
        <p:spPr>
          <a:xfrm>
            <a:off x="3594960" y="27878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88" name=""/>
          <p:cNvSpPr/>
          <p:nvPr/>
        </p:nvSpPr>
        <p:spPr>
          <a:xfrm>
            <a:off x="2123640" y="28285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89" name=""/>
          <p:cNvSpPr/>
          <p:nvPr/>
        </p:nvSpPr>
        <p:spPr>
          <a:xfrm>
            <a:off x="2369160" y="28285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90" name=""/>
          <p:cNvSpPr/>
          <p:nvPr/>
        </p:nvSpPr>
        <p:spPr>
          <a:xfrm>
            <a:off x="2450880" y="28285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91" name=""/>
          <p:cNvSpPr/>
          <p:nvPr/>
        </p:nvSpPr>
        <p:spPr>
          <a:xfrm>
            <a:off x="2491560" y="28285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92" name=""/>
          <p:cNvSpPr/>
          <p:nvPr/>
        </p:nvSpPr>
        <p:spPr>
          <a:xfrm>
            <a:off x="2532600" y="28285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93" name=""/>
          <p:cNvSpPr/>
          <p:nvPr/>
        </p:nvSpPr>
        <p:spPr>
          <a:xfrm>
            <a:off x="2573280" y="28285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94" name=""/>
          <p:cNvSpPr/>
          <p:nvPr/>
        </p:nvSpPr>
        <p:spPr>
          <a:xfrm>
            <a:off x="2614320" y="28285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95" name=""/>
          <p:cNvSpPr/>
          <p:nvPr/>
        </p:nvSpPr>
        <p:spPr>
          <a:xfrm>
            <a:off x="2655000" y="28285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96" name=""/>
          <p:cNvSpPr/>
          <p:nvPr/>
        </p:nvSpPr>
        <p:spPr>
          <a:xfrm>
            <a:off x="2696040" y="28285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97" name=""/>
          <p:cNvSpPr/>
          <p:nvPr/>
        </p:nvSpPr>
        <p:spPr>
          <a:xfrm>
            <a:off x="2736720" y="28285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98" name=""/>
          <p:cNvSpPr/>
          <p:nvPr/>
        </p:nvSpPr>
        <p:spPr>
          <a:xfrm>
            <a:off x="2900160" y="28285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199" name=""/>
          <p:cNvSpPr/>
          <p:nvPr/>
        </p:nvSpPr>
        <p:spPr>
          <a:xfrm>
            <a:off x="3063600" y="28285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00" name=""/>
          <p:cNvSpPr/>
          <p:nvPr/>
        </p:nvSpPr>
        <p:spPr>
          <a:xfrm>
            <a:off x="3186360" y="28285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01" name=""/>
          <p:cNvSpPr/>
          <p:nvPr/>
        </p:nvSpPr>
        <p:spPr>
          <a:xfrm>
            <a:off x="3227040" y="28285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02" name=""/>
          <p:cNvSpPr/>
          <p:nvPr/>
        </p:nvSpPr>
        <p:spPr>
          <a:xfrm>
            <a:off x="3268080" y="28285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03" name=""/>
          <p:cNvSpPr/>
          <p:nvPr/>
        </p:nvSpPr>
        <p:spPr>
          <a:xfrm>
            <a:off x="3431520" y="28285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04" name=""/>
          <p:cNvSpPr/>
          <p:nvPr/>
        </p:nvSpPr>
        <p:spPr>
          <a:xfrm>
            <a:off x="3553920" y="28285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05" name=""/>
          <p:cNvSpPr/>
          <p:nvPr/>
        </p:nvSpPr>
        <p:spPr>
          <a:xfrm>
            <a:off x="3594960" y="28285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06" name=""/>
          <p:cNvSpPr/>
          <p:nvPr/>
        </p:nvSpPr>
        <p:spPr>
          <a:xfrm>
            <a:off x="2123640" y="28695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07" name=""/>
          <p:cNvSpPr/>
          <p:nvPr/>
        </p:nvSpPr>
        <p:spPr>
          <a:xfrm>
            <a:off x="2205720" y="28695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08" name=""/>
          <p:cNvSpPr/>
          <p:nvPr/>
        </p:nvSpPr>
        <p:spPr>
          <a:xfrm>
            <a:off x="2246400" y="28695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09" name=""/>
          <p:cNvSpPr/>
          <p:nvPr/>
        </p:nvSpPr>
        <p:spPr>
          <a:xfrm>
            <a:off x="2287440" y="28695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10" name=""/>
          <p:cNvSpPr/>
          <p:nvPr/>
        </p:nvSpPr>
        <p:spPr>
          <a:xfrm>
            <a:off x="2369160" y="28695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11" name=""/>
          <p:cNvSpPr/>
          <p:nvPr/>
        </p:nvSpPr>
        <p:spPr>
          <a:xfrm>
            <a:off x="2491560" y="28695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12" name=""/>
          <p:cNvSpPr/>
          <p:nvPr/>
        </p:nvSpPr>
        <p:spPr>
          <a:xfrm>
            <a:off x="2573280" y="28695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13" name=""/>
          <p:cNvSpPr/>
          <p:nvPr/>
        </p:nvSpPr>
        <p:spPr>
          <a:xfrm>
            <a:off x="2736720" y="28695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14" name=""/>
          <p:cNvSpPr/>
          <p:nvPr/>
        </p:nvSpPr>
        <p:spPr>
          <a:xfrm>
            <a:off x="2859480" y="28695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15" name=""/>
          <p:cNvSpPr/>
          <p:nvPr/>
        </p:nvSpPr>
        <p:spPr>
          <a:xfrm>
            <a:off x="2981880" y="28695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16" name=""/>
          <p:cNvSpPr/>
          <p:nvPr/>
        </p:nvSpPr>
        <p:spPr>
          <a:xfrm>
            <a:off x="3268080" y="28695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17" name=""/>
          <p:cNvSpPr/>
          <p:nvPr/>
        </p:nvSpPr>
        <p:spPr>
          <a:xfrm>
            <a:off x="3308760" y="28695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18" name=""/>
          <p:cNvSpPr/>
          <p:nvPr/>
        </p:nvSpPr>
        <p:spPr>
          <a:xfrm>
            <a:off x="3349800" y="28695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19" name=""/>
          <p:cNvSpPr/>
          <p:nvPr/>
        </p:nvSpPr>
        <p:spPr>
          <a:xfrm>
            <a:off x="3390480" y="28695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20" name=""/>
          <p:cNvSpPr/>
          <p:nvPr/>
        </p:nvSpPr>
        <p:spPr>
          <a:xfrm>
            <a:off x="3431520" y="28695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21" name=""/>
          <p:cNvSpPr/>
          <p:nvPr/>
        </p:nvSpPr>
        <p:spPr>
          <a:xfrm>
            <a:off x="3472200" y="28695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22" name=""/>
          <p:cNvSpPr/>
          <p:nvPr/>
        </p:nvSpPr>
        <p:spPr>
          <a:xfrm>
            <a:off x="2123640" y="29102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23" name=""/>
          <p:cNvSpPr/>
          <p:nvPr/>
        </p:nvSpPr>
        <p:spPr>
          <a:xfrm>
            <a:off x="2205720" y="29102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24" name=""/>
          <p:cNvSpPr/>
          <p:nvPr/>
        </p:nvSpPr>
        <p:spPr>
          <a:xfrm>
            <a:off x="2246400" y="29102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25" name=""/>
          <p:cNvSpPr/>
          <p:nvPr/>
        </p:nvSpPr>
        <p:spPr>
          <a:xfrm>
            <a:off x="2287440" y="29102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26" name=""/>
          <p:cNvSpPr/>
          <p:nvPr/>
        </p:nvSpPr>
        <p:spPr>
          <a:xfrm>
            <a:off x="2369160" y="29102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27" name=""/>
          <p:cNvSpPr/>
          <p:nvPr/>
        </p:nvSpPr>
        <p:spPr>
          <a:xfrm>
            <a:off x="2450880" y="29102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28" name=""/>
          <p:cNvSpPr/>
          <p:nvPr/>
        </p:nvSpPr>
        <p:spPr>
          <a:xfrm>
            <a:off x="2491560" y="29102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29" name=""/>
          <p:cNvSpPr/>
          <p:nvPr/>
        </p:nvSpPr>
        <p:spPr>
          <a:xfrm>
            <a:off x="2532600" y="29102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30" name=""/>
          <p:cNvSpPr/>
          <p:nvPr/>
        </p:nvSpPr>
        <p:spPr>
          <a:xfrm>
            <a:off x="2573280" y="29102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31" name=""/>
          <p:cNvSpPr/>
          <p:nvPr/>
        </p:nvSpPr>
        <p:spPr>
          <a:xfrm>
            <a:off x="2655000" y="29102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32" name=""/>
          <p:cNvSpPr/>
          <p:nvPr/>
        </p:nvSpPr>
        <p:spPr>
          <a:xfrm>
            <a:off x="2736720" y="29102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33" name=""/>
          <p:cNvSpPr/>
          <p:nvPr/>
        </p:nvSpPr>
        <p:spPr>
          <a:xfrm>
            <a:off x="2859480" y="29102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34" name=""/>
          <p:cNvSpPr/>
          <p:nvPr/>
        </p:nvSpPr>
        <p:spPr>
          <a:xfrm>
            <a:off x="2900160" y="29102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35" name=""/>
          <p:cNvSpPr/>
          <p:nvPr/>
        </p:nvSpPr>
        <p:spPr>
          <a:xfrm>
            <a:off x="2941200" y="29102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36" name=""/>
          <p:cNvSpPr/>
          <p:nvPr/>
        </p:nvSpPr>
        <p:spPr>
          <a:xfrm>
            <a:off x="2981880" y="29102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37" name=""/>
          <p:cNvSpPr/>
          <p:nvPr/>
        </p:nvSpPr>
        <p:spPr>
          <a:xfrm>
            <a:off x="3063600" y="29102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38" name=""/>
          <p:cNvSpPr/>
          <p:nvPr/>
        </p:nvSpPr>
        <p:spPr>
          <a:xfrm>
            <a:off x="3104640" y="29102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39" name=""/>
          <p:cNvSpPr/>
          <p:nvPr/>
        </p:nvSpPr>
        <p:spPr>
          <a:xfrm>
            <a:off x="3186360" y="29102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40" name=""/>
          <p:cNvSpPr/>
          <p:nvPr/>
        </p:nvSpPr>
        <p:spPr>
          <a:xfrm>
            <a:off x="3227040" y="29102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41" name=""/>
          <p:cNvSpPr/>
          <p:nvPr/>
        </p:nvSpPr>
        <p:spPr>
          <a:xfrm>
            <a:off x="3308760" y="29102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42" name=""/>
          <p:cNvSpPr/>
          <p:nvPr/>
        </p:nvSpPr>
        <p:spPr>
          <a:xfrm>
            <a:off x="3349800" y="29102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43" name=""/>
          <p:cNvSpPr/>
          <p:nvPr/>
        </p:nvSpPr>
        <p:spPr>
          <a:xfrm>
            <a:off x="3431520" y="29102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44" name=""/>
          <p:cNvSpPr/>
          <p:nvPr/>
        </p:nvSpPr>
        <p:spPr>
          <a:xfrm>
            <a:off x="3472200" y="29102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45" name=""/>
          <p:cNvSpPr/>
          <p:nvPr/>
        </p:nvSpPr>
        <p:spPr>
          <a:xfrm>
            <a:off x="3594960" y="29102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46" name=""/>
          <p:cNvSpPr/>
          <p:nvPr/>
        </p:nvSpPr>
        <p:spPr>
          <a:xfrm>
            <a:off x="2123640" y="29512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47" name=""/>
          <p:cNvSpPr/>
          <p:nvPr/>
        </p:nvSpPr>
        <p:spPr>
          <a:xfrm>
            <a:off x="2205720" y="29512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48" name=""/>
          <p:cNvSpPr/>
          <p:nvPr/>
        </p:nvSpPr>
        <p:spPr>
          <a:xfrm>
            <a:off x="2246400" y="29512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49" name=""/>
          <p:cNvSpPr/>
          <p:nvPr/>
        </p:nvSpPr>
        <p:spPr>
          <a:xfrm>
            <a:off x="2287440" y="29512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50" name=""/>
          <p:cNvSpPr/>
          <p:nvPr/>
        </p:nvSpPr>
        <p:spPr>
          <a:xfrm>
            <a:off x="2369160" y="29512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51" name=""/>
          <p:cNvSpPr/>
          <p:nvPr/>
        </p:nvSpPr>
        <p:spPr>
          <a:xfrm>
            <a:off x="2450880" y="29512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52" name=""/>
          <p:cNvSpPr/>
          <p:nvPr/>
        </p:nvSpPr>
        <p:spPr>
          <a:xfrm>
            <a:off x="2614320" y="29512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53" name=""/>
          <p:cNvSpPr/>
          <p:nvPr/>
        </p:nvSpPr>
        <p:spPr>
          <a:xfrm>
            <a:off x="2655000" y="29512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54" name=""/>
          <p:cNvSpPr/>
          <p:nvPr/>
        </p:nvSpPr>
        <p:spPr>
          <a:xfrm>
            <a:off x="2696040" y="29512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55" name=""/>
          <p:cNvSpPr/>
          <p:nvPr/>
        </p:nvSpPr>
        <p:spPr>
          <a:xfrm>
            <a:off x="2777760" y="29512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56" name=""/>
          <p:cNvSpPr/>
          <p:nvPr/>
        </p:nvSpPr>
        <p:spPr>
          <a:xfrm>
            <a:off x="2941200" y="29512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57" name=""/>
          <p:cNvSpPr/>
          <p:nvPr/>
        </p:nvSpPr>
        <p:spPr>
          <a:xfrm>
            <a:off x="3022920" y="29512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58" name=""/>
          <p:cNvSpPr/>
          <p:nvPr/>
        </p:nvSpPr>
        <p:spPr>
          <a:xfrm>
            <a:off x="3063600" y="29512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59" name=""/>
          <p:cNvSpPr/>
          <p:nvPr/>
        </p:nvSpPr>
        <p:spPr>
          <a:xfrm>
            <a:off x="3145320" y="29512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60" name=""/>
          <p:cNvSpPr/>
          <p:nvPr/>
        </p:nvSpPr>
        <p:spPr>
          <a:xfrm>
            <a:off x="3268080" y="29512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61" name=""/>
          <p:cNvSpPr/>
          <p:nvPr/>
        </p:nvSpPr>
        <p:spPr>
          <a:xfrm>
            <a:off x="3308760" y="29512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62" name=""/>
          <p:cNvSpPr/>
          <p:nvPr/>
        </p:nvSpPr>
        <p:spPr>
          <a:xfrm>
            <a:off x="3349800" y="29512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63" name=""/>
          <p:cNvSpPr/>
          <p:nvPr/>
        </p:nvSpPr>
        <p:spPr>
          <a:xfrm>
            <a:off x="3431520" y="29512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64" name=""/>
          <p:cNvSpPr/>
          <p:nvPr/>
        </p:nvSpPr>
        <p:spPr>
          <a:xfrm>
            <a:off x="3513240" y="29512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65" name=""/>
          <p:cNvSpPr/>
          <p:nvPr/>
        </p:nvSpPr>
        <p:spPr>
          <a:xfrm>
            <a:off x="2123640" y="29923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66" name=""/>
          <p:cNvSpPr/>
          <p:nvPr/>
        </p:nvSpPr>
        <p:spPr>
          <a:xfrm>
            <a:off x="2369160" y="29923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67" name=""/>
          <p:cNvSpPr/>
          <p:nvPr/>
        </p:nvSpPr>
        <p:spPr>
          <a:xfrm>
            <a:off x="2532600" y="29923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68" name=""/>
          <p:cNvSpPr/>
          <p:nvPr/>
        </p:nvSpPr>
        <p:spPr>
          <a:xfrm>
            <a:off x="2573280" y="29923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69" name=""/>
          <p:cNvSpPr/>
          <p:nvPr/>
        </p:nvSpPr>
        <p:spPr>
          <a:xfrm>
            <a:off x="2614320" y="29923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70" name=""/>
          <p:cNvSpPr/>
          <p:nvPr/>
        </p:nvSpPr>
        <p:spPr>
          <a:xfrm>
            <a:off x="2655000" y="29923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71" name=""/>
          <p:cNvSpPr/>
          <p:nvPr/>
        </p:nvSpPr>
        <p:spPr>
          <a:xfrm>
            <a:off x="2696040" y="29923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72" name=""/>
          <p:cNvSpPr/>
          <p:nvPr/>
        </p:nvSpPr>
        <p:spPr>
          <a:xfrm>
            <a:off x="2777760" y="29923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73" name=""/>
          <p:cNvSpPr/>
          <p:nvPr/>
        </p:nvSpPr>
        <p:spPr>
          <a:xfrm>
            <a:off x="2900160" y="29923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74" name=""/>
          <p:cNvSpPr/>
          <p:nvPr/>
        </p:nvSpPr>
        <p:spPr>
          <a:xfrm>
            <a:off x="2941200" y="29923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75" name=""/>
          <p:cNvSpPr/>
          <p:nvPr/>
        </p:nvSpPr>
        <p:spPr>
          <a:xfrm>
            <a:off x="3063600" y="29923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76" name=""/>
          <p:cNvSpPr/>
          <p:nvPr/>
        </p:nvSpPr>
        <p:spPr>
          <a:xfrm>
            <a:off x="3145320" y="29923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77" name=""/>
          <p:cNvSpPr/>
          <p:nvPr/>
        </p:nvSpPr>
        <p:spPr>
          <a:xfrm>
            <a:off x="3308760" y="29923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78" name=""/>
          <p:cNvSpPr/>
          <p:nvPr/>
        </p:nvSpPr>
        <p:spPr>
          <a:xfrm>
            <a:off x="3349800" y="29923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79" name=""/>
          <p:cNvSpPr/>
          <p:nvPr/>
        </p:nvSpPr>
        <p:spPr>
          <a:xfrm>
            <a:off x="3390480" y="29923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80" name=""/>
          <p:cNvSpPr/>
          <p:nvPr/>
        </p:nvSpPr>
        <p:spPr>
          <a:xfrm>
            <a:off x="3431520" y="29923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81" name=""/>
          <p:cNvSpPr/>
          <p:nvPr/>
        </p:nvSpPr>
        <p:spPr>
          <a:xfrm>
            <a:off x="3472200" y="29923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114"/>
                </a:moveTo>
                <a:lnTo>
                  <a:pt x="115" y="114"/>
                </a:lnTo>
                <a:lnTo>
                  <a:pt x="115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82" name=""/>
          <p:cNvSpPr/>
          <p:nvPr/>
        </p:nvSpPr>
        <p:spPr>
          <a:xfrm>
            <a:off x="3513240" y="29923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114"/>
                </a:moveTo>
                <a:lnTo>
                  <a:pt x="114" y="114"/>
                </a:lnTo>
                <a:lnTo>
                  <a:pt x="114" y="0"/>
                </a:lnTo>
                <a:lnTo>
                  <a:pt x="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83" name=""/>
          <p:cNvSpPr/>
          <p:nvPr/>
        </p:nvSpPr>
        <p:spPr>
          <a:xfrm>
            <a:off x="2123640" y="30330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84" name=""/>
          <p:cNvSpPr/>
          <p:nvPr/>
        </p:nvSpPr>
        <p:spPr>
          <a:xfrm>
            <a:off x="2164680" y="30330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85" name=""/>
          <p:cNvSpPr/>
          <p:nvPr/>
        </p:nvSpPr>
        <p:spPr>
          <a:xfrm>
            <a:off x="2205720" y="3033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86" name=""/>
          <p:cNvSpPr/>
          <p:nvPr/>
        </p:nvSpPr>
        <p:spPr>
          <a:xfrm>
            <a:off x="2246400" y="30330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87" name=""/>
          <p:cNvSpPr/>
          <p:nvPr/>
        </p:nvSpPr>
        <p:spPr>
          <a:xfrm>
            <a:off x="2287440" y="3033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88" name=""/>
          <p:cNvSpPr/>
          <p:nvPr/>
        </p:nvSpPr>
        <p:spPr>
          <a:xfrm>
            <a:off x="2328120" y="30330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89" name=""/>
          <p:cNvSpPr/>
          <p:nvPr/>
        </p:nvSpPr>
        <p:spPr>
          <a:xfrm>
            <a:off x="2369160" y="3033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90" name=""/>
          <p:cNvSpPr/>
          <p:nvPr/>
        </p:nvSpPr>
        <p:spPr>
          <a:xfrm>
            <a:off x="2450880" y="3033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91" name=""/>
          <p:cNvSpPr/>
          <p:nvPr/>
        </p:nvSpPr>
        <p:spPr>
          <a:xfrm>
            <a:off x="2491560" y="30330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92" name=""/>
          <p:cNvSpPr/>
          <p:nvPr/>
        </p:nvSpPr>
        <p:spPr>
          <a:xfrm>
            <a:off x="2696040" y="3033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93" name=""/>
          <p:cNvSpPr/>
          <p:nvPr/>
        </p:nvSpPr>
        <p:spPr>
          <a:xfrm>
            <a:off x="2736720" y="30330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94" name=""/>
          <p:cNvSpPr/>
          <p:nvPr/>
        </p:nvSpPr>
        <p:spPr>
          <a:xfrm>
            <a:off x="2777760" y="3033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95" name=""/>
          <p:cNvSpPr/>
          <p:nvPr/>
        </p:nvSpPr>
        <p:spPr>
          <a:xfrm>
            <a:off x="2818440" y="30330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96" name=""/>
          <p:cNvSpPr/>
          <p:nvPr/>
        </p:nvSpPr>
        <p:spPr>
          <a:xfrm>
            <a:off x="3022920" y="3033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97" name=""/>
          <p:cNvSpPr/>
          <p:nvPr/>
        </p:nvSpPr>
        <p:spPr>
          <a:xfrm>
            <a:off x="3104640" y="3033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98" name=""/>
          <p:cNvSpPr/>
          <p:nvPr/>
        </p:nvSpPr>
        <p:spPr>
          <a:xfrm>
            <a:off x="3145320" y="30330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299" name=""/>
          <p:cNvSpPr/>
          <p:nvPr/>
        </p:nvSpPr>
        <p:spPr>
          <a:xfrm>
            <a:off x="3186360" y="3033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300" name=""/>
          <p:cNvSpPr/>
          <p:nvPr/>
        </p:nvSpPr>
        <p:spPr>
          <a:xfrm>
            <a:off x="3349800" y="3033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301" name=""/>
          <p:cNvSpPr/>
          <p:nvPr/>
        </p:nvSpPr>
        <p:spPr>
          <a:xfrm>
            <a:off x="3431520" y="3033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302" name=""/>
          <p:cNvSpPr/>
          <p:nvPr/>
        </p:nvSpPr>
        <p:spPr>
          <a:xfrm>
            <a:off x="3472200" y="30330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303" name=""/>
          <p:cNvSpPr/>
          <p:nvPr/>
        </p:nvSpPr>
        <p:spPr>
          <a:xfrm>
            <a:off x="3513240" y="3033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115"/>
                </a:moveTo>
                <a:lnTo>
                  <a:pt x="114" y="115"/>
                </a:lnTo>
                <a:lnTo>
                  <a:pt x="114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304" name=""/>
          <p:cNvSpPr/>
          <p:nvPr/>
        </p:nvSpPr>
        <p:spPr>
          <a:xfrm>
            <a:off x="3553920" y="30330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305" name=""/>
          <p:cNvSpPr/>
          <p:nvPr/>
        </p:nvSpPr>
        <p:spPr>
          <a:xfrm>
            <a:off x="3594960" y="30330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115"/>
                </a:moveTo>
                <a:lnTo>
                  <a:pt x="115" y="115"/>
                </a:lnTo>
                <a:lnTo>
                  <a:pt x="115" y="0"/>
                </a:lnTo>
                <a:lnTo>
                  <a:pt x="0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2306" name=""/>
          <p:cNvSpPr txBox="1"/>
          <p:nvPr/>
        </p:nvSpPr>
        <p:spPr>
          <a:xfrm>
            <a:off x="2059200" y="621360"/>
            <a:ext cx="1024920" cy="15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1090" spc="-1" strike="noStrike">
                <a:solidFill>
                  <a:srgbClr val="000000"/>
                </a:solidFill>
                <a:latin typeface="Arial"/>
              </a:rPr>
              <a:t>dzi¦kuj¦ za uwag¦</a:t>
            </a:r>
            <a:endParaRPr b="0" lang="pl-PL" sz="1090" spc="-1" strike="noStrike">
              <a:latin typeface="Times New Roman"/>
            </a:endParaRPr>
          </a:p>
        </p:txBody>
      </p:sp>
      <p:sp>
        <p:nvSpPr>
          <p:cNvPr id="2307" name=""/>
          <p:cNvSpPr/>
          <p:nvPr/>
        </p:nvSpPr>
        <p:spPr>
          <a:xfrm>
            <a:off x="0" y="3477600"/>
            <a:ext cx="5760000" cy="122760"/>
          </a:xfrm>
          <a:custGeom>
            <a:avLst/>
            <a:gdLst/>
            <a:ahLst/>
            <a:rect l="0" t="0" r="r" b="b"/>
            <a:pathLst>
              <a:path w="16000" h="341">
                <a:moveTo>
                  <a:pt x="0" y="341"/>
                </a:moveTo>
                <a:lnTo>
                  <a:pt x="16000" y="341"/>
                </a:lnTo>
                <a:lnTo>
                  <a:pt x="16000" y="0"/>
                </a:lnTo>
                <a:lnTo>
                  <a:pt x="0" y="0"/>
                </a:lnTo>
                <a:lnTo>
                  <a:pt x="0" y="341"/>
                </a:lnTo>
                <a:close/>
              </a:path>
            </a:pathLst>
          </a:custGeom>
          <a:solidFill>
            <a:srgbClr val="330033"/>
          </a:solidFill>
          <a:ln w="0">
            <a:noFill/>
          </a:ln>
        </p:spPr>
      </p:sp>
      <p:sp>
        <p:nvSpPr>
          <p:cNvPr id="2308" name=""/>
          <p:cNvSpPr txBox="1"/>
          <p:nvPr/>
        </p:nvSpPr>
        <p:spPr>
          <a:xfrm>
            <a:off x="917640" y="3065400"/>
            <a:ext cx="3326040" cy="1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790" spc="-1" strike="noStrike">
                <a:solidFill>
                  <a:srgbClr val="000000"/>
                </a:solidFill>
                <a:latin typeface="Arial"/>
              </a:rPr>
              <a:t>https://github.com/falcotinnunculus/przezrocza/blob/wladca/sb22/hydro.pdf</a:t>
            </a:r>
            <a:endParaRPr b="0" lang="pl-PL" sz="790" spc="-1" strike="noStrike">
              <a:latin typeface="Times New Roman"/>
            </a:endParaRPr>
          </a:p>
        </p:txBody>
      </p:sp>
      <p:sp>
        <p:nvSpPr>
          <p:cNvPr id="2309" name=""/>
          <p:cNvSpPr txBox="1"/>
          <p:nvPr/>
        </p:nvSpPr>
        <p:spPr>
          <a:xfrm>
            <a:off x="108000" y="3493440"/>
            <a:ext cx="63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Efekt hydrofobowy</a:t>
            </a:r>
            <a:endParaRPr b="0" lang="pl-PL" sz="600" spc="-1" strike="noStrike">
              <a:latin typeface="Times New Roman"/>
            </a:endParaRPr>
          </a:p>
        </p:txBody>
      </p:sp>
      <p:sp>
        <p:nvSpPr>
          <p:cNvPr id="2310" name=""/>
          <p:cNvSpPr txBox="1"/>
          <p:nvPr/>
        </p:nvSpPr>
        <p:spPr>
          <a:xfrm>
            <a:off x="4732920" y="3493440"/>
            <a:ext cx="8604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l-PL" sz="600" spc="-1" strike="noStrike">
                <a:solidFill>
                  <a:srgbClr val="ffffff"/>
                </a:solidFill>
                <a:latin typeface="Arial"/>
              </a:rPr>
              <a:t>Seminarium magisterskie</a:t>
            </a:r>
            <a:endParaRPr b="0" lang="pl-PL" sz="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pl-PL</dc:language>
  <cp:lastModifiedBy/>
  <cp:revision>0</cp:revision>
  <dc:subject/>
  <dc:title/>
</cp:coreProperties>
</file>